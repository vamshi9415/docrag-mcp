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Slab Light"/>
      <p:regular r:id="rId30"/>
      <p:bold r:id="rId31"/>
    </p:embeddedFont>
    <p:embeddedFont>
      <p:font typeface="Roboto"/>
      <p:regular r:id="rId32"/>
      <p:bold r:id="rId33"/>
      <p:italic r:id="rId34"/>
      <p:boldItalic r:id="rId35"/>
    </p:embeddedFont>
    <p:embeddedFont>
      <p:font typeface="Bebas Neue"/>
      <p:regular r:id="rId36"/>
    </p:embeddedFont>
    <p:embeddedFont>
      <p:font typeface="Overpass"/>
      <p:regular r:id="rId37"/>
      <p:bold r:id="rId38"/>
      <p:italic r:id="rId39"/>
      <p:boldItalic r:id="rId40"/>
    </p:embeddedFont>
    <p:embeddedFont>
      <p:font typeface="Fira Sans Extra Condensed Medium"/>
      <p:regular r:id="rId41"/>
      <p:bold r:id="rId42"/>
      <p:italic r:id="rId43"/>
      <p:boldItalic r:id="rId44"/>
    </p:embeddedFont>
    <p:embeddedFont>
      <p:font typeface="Overpass ExtraLight"/>
      <p:regular r:id="rId45"/>
      <p:bold r:id="rId46"/>
      <p:italic r:id="rId47"/>
      <p:boldItalic r:id="rId48"/>
    </p:embeddedFont>
    <p:embeddedFont>
      <p:font typeface="Overpass Ligh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B4CEEA-49D4-43F5-8F28-F4CFB6BEC414}">
  <a:tblStyle styleId="{E5B4CEEA-49D4-43F5-8F28-F4CFB6BEC41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Overpass-boldItalic.fntdata"/><Relationship Id="rId42" Type="http://schemas.openxmlformats.org/officeDocument/2006/relationships/font" Target="fonts/FiraSansExtraCondensedMedium-bold.fntdata"/><Relationship Id="rId41" Type="http://schemas.openxmlformats.org/officeDocument/2006/relationships/font" Target="fonts/FiraSansExtraCondensedMedium-regular.fntdata"/><Relationship Id="rId44" Type="http://schemas.openxmlformats.org/officeDocument/2006/relationships/font" Target="fonts/FiraSansExtraCondensedMedium-boldItalic.fntdata"/><Relationship Id="rId43" Type="http://schemas.openxmlformats.org/officeDocument/2006/relationships/font" Target="fonts/FiraSansExtraCondensedMedium-italic.fntdata"/><Relationship Id="rId46" Type="http://schemas.openxmlformats.org/officeDocument/2006/relationships/font" Target="fonts/OverpassExtraLight-bold.fntdata"/><Relationship Id="rId45" Type="http://schemas.openxmlformats.org/officeDocument/2006/relationships/font" Target="fonts/OverpassExtraLight-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verpassExtraLight-boldItalic.fntdata"/><Relationship Id="rId47" Type="http://schemas.openxmlformats.org/officeDocument/2006/relationships/font" Target="fonts/OverpassExtraLight-italic.fntdata"/><Relationship Id="rId49" Type="http://schemas.openxmlformats.org/officeDocument/2006/relationships/font" Target="fonts/OverpassLigh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SlabLight-bold.fntdata"/><Relationship Id="rId30" Type="http://schemas.openxmlformats.org/officeDocument/2006/relationships/font" Target="fonts/RobotoSlabLight-regular.fntdata"/><Relationship Id="rId33" Type="http://schemas.openxmlformats.org/officeDocument/2006/relationships/font" Target="fonts/Roboto-bold.fntdata"/><Relationship Id="rId32" Type="http://schemas.openxmlformats.org/officeDocument/2006/relationships/font" Target="fonts/Roboto-regular.fntdata"/><Relationship Id="rId35" Type="http://schemas.openxmlformats.org/officeDocument/2006/relationships/font" Target="fonts/Roboto-boldItalic.fntdata"/><Relationship Id="rId34" Type="http://schemas.openxmlformats.org/officeDocument/2006/relationships/font" Target="fonts/Roboto-italic.fntdata"/><Relationship Id="rId37" Type="http://schemas.openxmlformats.org/officeDocument/2006/relationships/font" Target="fonts/Overpass-regular.fntdata"/><Relationship Id="rId36" Type="http://schemas.openxmlformats.org/officeDocument/2006/relationships/font" Target="fonts/BebasNeue-regular.fntdata"/><Relationship Id="rId39" Type="http://schemas.openxmlformats.org/officeDocument/2006/relationships/font" Target="fonts/Overpass-italic.fntdata"/><Relationship Id="rId38" Type="http://schemas.openxmlformats.org/officeDocument/2006/relationships/font" Target="fonts/Overpass-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verpassLight-italic.fntdata"/><Relationship Id="rId50" Type="http://schemas.openxmlformats.org/officeDocument/2006/relationships/font" Target="fonts/OverpassLight-bold.fntdata"/><Relationship Id="rId52" Type="http://schemas.openxmlformats.org/officeDocument/2006/relationships/font" Target="fonts/Overpass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84339e580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84339e580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85066482e2_0_24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85066482e2_0_24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A code smell is like a warning sign in the code—something that may not be an actual bug, but makes the code harder to read, maintain, or improve.</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For example, a code smell can be a really long method, a class doing too many things, or confusing naming.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b59cee195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b59cee195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Overpass"/>
              <a:buChar char="●"/>
            </a:pPr>
            <a:r>
              <a:rPr lang="en" sz="1300">
                <a:solidFill>
                  <a:schemeClr val="dk1"/>
                </a:solidFill>
                <a:latin typeface="Overpass"/>
                <a:ea typeface="Overpass"/>
                <a:cs typeface="Overpass"/>
                <a:sym typeface="Overpass"/>
              </a:rPr>
              <a:t>Long Method  : Method which is too long and does multiple tasks at once</a:t>
            </a:r>
            <a:endParaRPr sz="1300">
              <a:solidFill>
                <a:schemeClr val="dk1"/>
              </a:solidFill>
              <a:latin typeface="Overpass"/>
              <a:ea typeface="Overpass"/>
              <a:cs typeface="Overpass"/>
              <a:sym typeface="Overpass"/>
            </a:endParaRPr>
          </a:p>
          <a:p>
            <a:pPr indent="-311150" lvl="0" marL="457200" rtl="0" algn="l">
              <a:spcBef>
                <a:spcPts val="0"/>
              </a:spcBef>
              <a:spcAft>
                <a:spcPts val="0"/>
              </a:spcAft>
              <a:buClr>
                <a:schemeClr val="dk1"/>
              </a:buClr>
              <a:buSzPts val="1300"/>
              <a:buFont typeface="Overpass"/>
              <a:buChar char="●"/>
            </a:pPr>
            <a:r>
              <a:rPr lang="en" sz="1300">
                <a:solidFill>
                  <a:schemeClr val="dk1"/>
                </a:solidFill>
                <a:latin typeface="Overpass"/>
                <a:ea typeface="Overpass"/>
                <a:cs typeface="Overpass"/>
                <a:sym typeface="Overpass"/>
              </a:rPr>
              <a:t>Data Class :  Class that only contains variables and getters/setters, but does not contain any work on it.</a:t>
            </a:r>
            <a:endParaRPr sz="1300">
              <a:solidFill>
                <a:schemeClr val="dk1"/>
              </a:solidFill>
              <a:latin typeface="Overpass"/>
              <a:ea typeface="Overpass"/>
              <a:cs typeface="Overpass"/>
              <a:sym typeface="Overpass"/>
            </a:endParaRPr>
          </a:p>
          <a:p>
            <a:pPr indent="-311150" lvl="0" marL="457200" rtl="0" algn="l">
              <a:spcBef>
                <a:spcPts val="0"/>
              </a:spcBef>
              <a:spcAft>
                <a:spcPts val="0"/>
              </a:spcAft>
              <a:buClr>
                <a:schemeClr val="dk1"/>
              </a:buClr>
              <a:buSzPts val="1300"/>
              <a:buFont typeface="Overpass"/>
              <a:buChar char="●"/>
            </a:pPr>
            <a:r>
              <a:rPr lang="en" sz="1300">
                <a:solidFill>
                  <a:schemeClr val="dk1"/>
                </a:solidFill>
                <a:latin typeface="Overpass"/>
                <a:ea typeface="Overpass"/>
                <a:cs typeface="Overpass"/>
                <a:sym typeface="Overpass"/>
              </a:rPr>
              <a:t>Feature Envy : When a method uses another class data too much than its own.</a:t>
            </a:r>
            <a:endParaRPr sz="1300">
              <a:solidFill>
                <a:schemeClr val="dk1"/>
              </a:solidFill>
              <a:latin typeface="Overpass"/>
              <a:ea typeface="Overpass"/>
              <a:cs typeface="Overpass"/>
              <a:sym typeface="Overpass"/>
            </a:endParaRPr>
          </a:p>
          <a:p>
            <a:pPr indent="-311150" lvl="0" marL="457200" rtl="0" algn="l">
              <a:spcBef>
                <a:spcPts val="0"/>
              </a:spcBef>
              <a:spcAft>
                <a:spcPts val="0"/>
              </a:spcAft>
              <a:buClr>
                <a:schemeClr val="dk1"/>
              </a:buClr>
              <a:buSzPts val="1300"/>
              <a:buFont typeface="Overpass"/>
              <a:buChar char="●"/>
            </a:pPr>
            <a:r>
              <a:rPr lang="en" sz="1300">
                <a:solidFill>
                  <a:schemeClr val="dk1"/>
                </a:solidFill>
                <a:latin typeface="Overpass"/>
                <a:ea typeface="Overpass"/>
                <a:cs typeface="Overpass"/>
                <a:sym typeface="Overpass"/>
              </a:rPr>
              <a:t>God Class : A class that does too many things making it difficult to maintain or update</a:t>
            </a:r>
            <a:endParaRPr sz="1300">
              <a:solidFill>
                <a:schemeClr val="dk1"/>
              </a:solidFill>
              <a:latin typeface="Overpass"/>
              <a:ea typeface="Overpass"/>
              <a:cs typeface="Overpass"/>
              <a:sym typeface="Overpass"/>
            </a:endParaRPr>
          </a:p>
          <a:p>
            <a:pPr indent="0" lvl="0" marL="0" rtl="0" algn="l">
              <a:spcBef>
                <a:spcPts val="0"/>
              </a:spcBef>
              <a:spcAft>
                <a:spcPts val="0"/>
              </a:spcAft>
              <a:buNone/>
            </a:pPr>
            <a:r>
              <a:t/>
            </a:r>
            <a:endParaRPr sz="100">
              <a:solidFill>
                <a:schemeClr val="dk1"/>
              </a:solidFill>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b59cee195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b59cee195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A code smell is like a warning sign in the code—something that may not be an actual bug, but makes the code harder to read, maintain, or improve.</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For example, a code smell can be a really long method, a class doing too many things, or confusing naming.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b59cee195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b59cee195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A code smell is like a warning sign in the code—something that may not be an actual bug, but makes the code harder to read, maintain, or improve.</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For example, a code smell can be a really long method, a class doing too many things, or confusing naming.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94a46777d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94a46777d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94a46777d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94a46777d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94a46777d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94a46777d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94a46777d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94a46777d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b59cee195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b59cee195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A code smell is like a warning sign in the code—something that may not be an actual bug, but makes the code harder to read, maintain, or improve.</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For example, a code smell can be a really long method, a class doing too many things, or confusing naming.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94a46777d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94a46777d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efeb746f2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2efeb746f2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ae6a608d3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ae6a608d3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e6a608d3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ae6a608d3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ae6a608d3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ae6a608d3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b59cee1951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b59cee195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e6a608d3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ae6a608d3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b59cee195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b59cee195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e6a608d3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ae6a608d3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b59cee195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b59cee195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b59cee195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3b59cee195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b59cee1951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b59cee195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2b52564b5e1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2b52564b5e1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94450" y="2571750"/>
            <a:ext cx="9308100" cy="258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103225" y="2571750"/>
            <a:ext cx="8940900" cy="2481600"/>
            <a:chOff x="103225" y="2571750"/>
            <a:chExt cx="8940900" cy="2481600"/>
          </a:xfrm>
        </p:grpSpPr>
        <p:cxnSp>
          <p:nvCxnSpPr>
            <p:cNvPr id="12" name="Google Shape;12;p2"/>
            <p:cNvCxnSpPr/>
            <p:nvPr/>
          </p:nvCxnSpPr>
          <p:spPr>
            <a:xfrm>
              <a:off x="103225" y="2571750"/>
              <a:ext cx="0" cy="2481600"/>
            </a:xfrm>
            <a:prstGeom prst="straightConnector1">
              <a:avLst/>
            </a:prstGeom>
            <a:noFill/>
            <a:ln cap="flat" cmpd="sng" w="19050">
              <a:solidFill>
                <a:schemeClr val="lt1"/>
              </a:solidFill>
              <a:prstDash val="solid"/>
              <a:round/>
              <a:headEnd len="med" w="med" type="none"/>
              <a:tailEnd len="med" w="med" type="none"/>
            </a:ln>
          </p:spPr>
        </p:cxnSp>
        <p:cxnSp>
          <p:nvCxnSpPr>
            <p:cNvPr id="13" name="Google Shape;13;p2"/>
            <p:cNvCxnSpPr/>
            <p:nvPr/>
          </p:nvCxnSpPr>
          <p:spPr>
            <a:xfrm>
              <a:off x="9044125" y="2571750"/>
              <a:ext cx="0" cy="2481600"/>
            </a:xfrm>
            <a:prstGeom prst="straightConnector1">
              <a:avLst/>
            </a:prstGeom>
            <a:noFill/>
            <a:ln cap="flat" cmpd="sng" w="19050">
              <a:solidFill>
                <a:schemeClr val="lt1"/>
              </a:solidFill>
              <a:prstDash val="solid"/>
              <a:round/>
              <a:headEnd len="med" w="med" type="none"/>
              <a:tailEnd len="med" w="med" type="none"/>
            </a:ln>
          </p:spPr>
        </p:cxnSp>
        <p:cxnSp>
          <p:nvCxnSpPr>
            <p:cNvPr id="14" name="Google Shape;14;p2"/>
            <p:cNvCxnSpPr/>
            <p:nvPr/>
          </p:nvCxnSpPr>
          <p:spPr>
            <a:xfrm>
              <a:off x="103225" y="5053350"/>
              <a:ext cx="8940900" cy="0"/>
            </a:xfrm>
            <a:prstGeom prst="straightConnector1">
              <a:avLst/>
            </a:prstGeom>
            <a:noFill/>
            <a:ln cap="flat" cmpd="sng" w="19050">
              <a:solidFill>
                <a:schemeClr val="lt1"/>
              </a:solidFill>
              <a:prstDash val="solid"/>
              <a:round/>
              <a:headEnd len="med" w="med" type="none"/>
              <a:tailEnd len="med" w="med" type="none"/>
            </a:ln>
          </p:spPr>
        </p:cxnSp>
      </p:grpSp>
      <p:sp>
        <p:nvSpPr>
          <p:cNvPr id="15" name="Google Shape;15;p2"/>
          <p:cNvSpPr txBox="1"/>
          <p:nvPr/>
        </p:nvSpPr>
        <p:spPr>
          <a:xfrm>
            <a:off x="4697175" y="1320225"/>
            <a:ext cx="3616800" cy="17823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t/>
            </a:r>
            <a:endParaRPr sz="6000">
              <a:latin typeface="Fira Sans Extra Condensed Medium"/>
              <a:ea typeface="Fira Sans Extra Condensed Medium"/>
              <a:cs typeface="Fira Sans Extra Condensed Medium"/>
              <a:sym typeface="Fira Sans Extra Condensed Medium"/>
            </a:endParaRPr>
          </a:p>
        </p:txBody>
      </p:sp>
      <p:sp>
        <p:nvSpPr>
          <p:cNvPr id="16" name="Google Shape;16;p2"/>
          <p:cNvSpPr txBox="1"/>
          <p:nvPr/>
        </p:nvSpPr>
        <p:spPr>
          <a:xfrm>
            <a:off x="5911825" y="2977800"/>
            <a:ext cx="2402100" cy="7170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t/>
            </a:r>
            <a:endParaRPr sz="1200">
              <a:latin typeface="Roboto Slab Light"/>
              <a:ea typeface="Roboto Slab Light"/>
              <a:cs typeface="Roboto Slab Light"/>
              <a:sym typeface="Roboto Slab Light"/>
            </a:endParaRPr>
          </a:p>
        </p:txBody>
      </p:sp>
      <p:sp>
        <p:nvSpPr>
          <p:cNvPr id="17" name="Google Shape;17;p2"/>
          <p:cNvSpPr txBox="1"/>
          <p:nvPr>
            <p:ph type="ctrTitle"/>
          </p:nvPr>
        </p:nvSpPr>
        <p:spPr>
          <a:xfrm>
            <a:off x="2194775" y="1457250"/>
            <a:ext cx="4754400" cy="2229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200"/>
            </a:lvl1pPr>
            <a:lvl2pPr lvl="1" rtl="0">
              <a:spcBef>
                <a:spcPts val="0"/>
              </a:spcBef>
              <a:spcAft>
                <a:spcPts val="0"/>
              </a:spcAft>
              <a:buClr>
                <a:srgbClr val="434343"/>
              </a:buClr>
              <a:buSzPts val="5200"/>
              <a:buNone/>
              <a:defRPr sz="5200">
                <a:solidFill>
                  <a:srgbClr val="434343"/>
                </a:solidFill>
              </a:defRPr>
            </a:lvl2pPr>
            <a:lvl3pPr lvl="2" rtl="0">
              <a:spcBef>
                <a:spcPts val="0"/>
              </a:spcBef>
              <a:spcAft>
                <a:spcPts val="0"/>
              </a:spcAft>
              <a:buClr>
                <a:srgbClr val="434343"/>
              </a:buClr>
              <a:buSzPts val="5200"/>
              <a:buNone/>
              <a:defRPr sz="5200">
                <a:solidFill>
                  <a:srgbClr val="434343"/>
                </a:solidFill>
              </a:defRPr>
            </a:lvl3pPr>
            <a:lvl4pPr lvl="3" rtl="0">
              <a:spcBef>
                <a:spcPts val="0"/>
              </a:spcBef>
              <a:spcAft>
                <a:spcPts val="0"/>
              </a:spcAft>
              <a:buClr>
                <a:srgbClr val="434343"/>
              </a:buClr>
              <a:buSzPts val="5200"/>
              <a:buNone/>
              <a:defRPr sz="5200">
                <a:solidFill>
                  <a:srgbClr val="434343"/>
                </a:solidFill>
              </a:defRPr>
            </a:lvl4pPr>
            <a:lvl5pPr lvl="4" rtl="0">
              <a:spcBef>
                <a:spcPts val="0"/>
              </a:spcBef>
              <a:spcAft>
                <a:spcPts val="0"/>
              </a:spcAft>
              <a:buClr>
                <a:srgbClr val="434343"/>
              </a:buClr>
              <a:buSzPts val="5200"/>
              <a:buNone/>
              <a:defRPr sz="5200">
                <a:solidFill>
                  <a:srgbClr val="434343"/>
                </a:solidFill>
              </a:defRPr>
            </a:lvl5pPr>
            <a:lvl6pPr lvl="5" rtl="0">
              <a:spcBef>
                <a:spcPts val="0"/>
              </a:spcBef>
              <a:spcAft>
                <a:spcPts val="0"/>
              </a:spcAft>
              <a:buClr>
                <a:srgbClr val="434343"/>
              </a:buClr>
              <a:buSzPts val="5200"/>
              <a:buNone/>
              <a:defRPr sz="5200">
                <a:solidFill>
                  <a:srgbClr val="434343"/>
                </a:solidFill>
              </a:defRPr>
            </a:lvl6pPr>
            <a:lvl7pPr lvl="6" rtl="0">
              <a:spcBef>
                <a:spcPts val="0"/>
              </a:spcBef>
              <a:spcAft>
                <a:spcPts val="0"/>
              </a:spcAft>
              <a:buClr>
                <a:srgbClr val="434343"/>
              </a:buClr>
              <a:buSzPts val="5200"/>
              <a:buNone/>
              <a:defRPr sz="5200">
                <a:solidFill>
                  <a:srgbClr val="434343"/>
                </a:solidFill>
              </a:defRPr>
            </a:lvl7pPr>
            <a:lvl8pPr lvl="7" rtl="0">
              <a:spcBef>
                <a:spcPts val="0"/>
              </a:spcBef>
              <a:spcAft>
                <a:spcPts val="0"/>
              </a:spcAft>
              <a:buClr>
                <a:srgbClr val="434343"/>
              </a:buClr>
              <a:buSzPts val="5200"/>
              <a:buNone/>
              <a:defRPr sz="5200">
                <a:solidFill>
                  <a:srgbClr val="434343"/>
                </a:solidFill>
              </a:defRPr>
            </a:lvl8pPr>
            <a:lvl9pPr lvl="8" rtl="0">
              <a:spcBef>
                <a:spcPts val="0"/>
              </a:spcBef>
              <a:spcAft>
                <a:spcPts val="0"/>
              </a:spcAft>
              <a:buClr>
                <a:srgbClr val="434343"/>
              </a:buClr>
              <a:buSzPts val="5200"/>
              <a:buNone/>
              <a:defRPr sz="5200">
                <a:solidFill>
                  <a:srgbClr val="434343"/>
                </a:solidFill>
              </a:defRPr>
            </a:lvl9pPr>
          </a:lstStyle>
          <a:p/>
        </p:txBody>
      </p:sp>
      <p:sp>
        <p:nvSpPr>
          <p:cNvPr id="18" name="Google Shape;18;p2"/>
          <p:cNvSpPr txBox="1"/>
          <p:nvPr>
            <p:ph idx="1" type="subTitle"/>
          </p:nvPr>
        </p:nvSpPr>
        <p:spPr>
          <a:xfrm>
            <a:off x="2364775" y="3681600"/>
            <a:ext cx="4417800" cy="369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000000"/>
              </a:buClr>
              <a:buSzPts val="1800"/>
              <a:buNone/>
              <a:defRPr>
                <a:solidFill>
                  <a:schemeClr val="lt1"/>
                </a:solidFill>
                <a:latin typeface="Overpass Light"/>
                <a:ea typeface="Overpass Light"/>
                <a:cs typeface="Overpass Light"/>
                <a:sym typeface="Overpass Light"/>
              </a:defRPr>
            </a:lvl1pPr>
            <a:lvl2pPr lvl="1" rtl="0" algn="r">
              <a:lnSpc>
                <a:spcPct val="100000"/>
              </a:lnSpc>
              <a:spcBef>
                <a:spcPts val="0"/>
              </a:spcBef>
              <a:spcAft>
                <a:spcPts val="0"/>
              </a:spcAft>
              <a:buClr>
                <a:srgbClr val="434343"/>
              </a:buClr>
              <a:buSzPts val="2800"/>
              <a:buNone/>
              <a:defRPr sz="2800">
                <a:solidFill>
                  <a:srgbClr val="434343"/>
                </a:solidFill>
              </a:defRPr>
            </a:lvl2pPr>
            <a:lvl3pPr lvl="2" rtl="0" algn="r">
              <a:lnSpc>
                <a:spcPct val="100000"/>
              </a:lnSpc>
              <a:spcBef>
                <a:spcPts val="0"/>
              </a:spcBef>
              <a:spcAft>
                <a:spcPts val="0"/>
              </a:spcAft>
              <a:buClr>
                <a:srgbClr val="434343"/>
              </a:buClr>
              <a:buSzPts val="2800"/>
              <a:buNone/>
              <a:defRPr sz="2800">
                <a:solidFill>
                  <a:srgbClr val="434343"/>
                </a:solidFill>
              </a:defRPr>
            </a:lvl3pPr>
            <a:lvl4pPr lvl="3" rtl="0" algn="r">
              <a:lnSpc>
                <a:spcPct val="100000"/>
              </a:lnSpc>
              <a:spcBef>
                <a:spcPts val="0"/>
              </a:spcBef>
              <a:spcAft>
                <a:spcPts val="0"/>
              </a:spcAft>
              <a:buClr>
                <a:srgbClr val="434343"/>
              </a:buClr>
              <a:buSzPts val="2800"/>
              <a:buNone/>
              <a:defRPr sz="2800">
                <a:solidFill>
                  <a:srgbClr val="434343"/>
                </a:solidFill>
              </a:defRPr>
            </a:lvl4pPr>
            <a:lvl5pPr lvl="4" rtl="0" algn="r">
              <a:lnSpc>
                <a:spcPct val="100000"/>
              </a:lnSpc>
              <a:spcBef>
                <a:spcPts val="0"/>
              </a:spcBef>
              <a:spcAft>
                <a:spcPts val="0"/>
              </a:spcAft>
              <a:buClr>
                <a:srgbClr val="434343"/>
              </a:buClr>
              <a:buSzPts val="2800"/>
              <a:buNone/>
              <a:defRPr sz="2800">
                <a:solidFill>
                  <a:srgbClr val="434343"/>
                </a:solidFill>
              </a:defRPr>
            </a:lvl5pPr>
            <a:lvl6pPr lvl="5" rtl="0" algn="r">
              <a:lnSpc>
                <a:spcPct val="100000"/>
              </a:lnSpc>
              <a:spcBef>
                <a:spcPts val="0"/>
              </a:spcBef>
              <a:spcAft>
                <a:spcPts val="0"/>
              </a:spcAft>
              <a:buClr>
                <a:srgbClr val="434343"/>
              </a:buClr>
              <a:buSzPts val="2800"/>
              <a:buNone/>
              <a:defRPr sz="2800">
                <a:solidFill>
                  <a:srgbClr val="434343"/>
                </a:solidFill>
              </a:defRPr>
            </a:lvl6pPr>
            <a:lvl7pPr lvl="6" rtl="0" algn="r">
              <a:lnSpc>
                <a:spcPct val="100000"/>
              </a:lnSpc>
              <a:spcBef>
                <a:spcPts val="0"/>
              </a:spcBef>
              <a:spcAft>
                <a:spcPts val="0"/>
              </a:spcAft>
              <a:buClr>
                <a:srgbClr val="434343"/>
              </a:buClr>
              <a:buSzPts val="2800"/>
              <a:buNone/>
              <a:defRPr sz="2800">
                <a:solidFill>
                  <a:srgbClr val="434343"/>
                </a:solidFill>
              </a:defRPr>
            </a:lvl7pPr>
            <a:lvl8pPr lvl="7" rtl="0" algn="r">
              <a:lnSpc>
                <a:spcPct val="100000"/>
              </a:lnSpc>
              <a:spcBef>
                <a:spcPts val="0"/>
              </a:spcBef>
              <a:spcAft>
                <a:spcPts val="0"/>
              </a:spcAft>
              <a:buClr>
                <a:srgbClr val="434343"/>
              </a:buClr>
              <a:buSzPts val="2800"/>
              <a:buNone/>
              <a:defRPr sz="2800">
                <a:solidFill>
                  <a:srgbClr val="434343"/>
                </a:solidFill>
              </a:defRPr>
            </a:lvl8pPr>
            <a:lvl9pPr lvl="8" rtl="0" algn="r">
              <a:lnSpc>
                <a:spcPct val="100000"/>
              </a:lnSpc>
              <a:spcBef>
                <a:spcPts val="0"/>
              </a:spcBef>
              <a:spcAft>
                <a:spcPts val="0"/>
              </a:spcAft>
              <a:buClr>
                <a:srgbClr val="434343"/>
              </a:buClr>
              <a:buSzPts val="2800"/>
              <a:buNone/>
              <a:defRPr sz="2800">
                <a:solidFill>
                  <a:srgbClr val="434343"/>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3"/>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3740500" y="1865638"/>
            <a:ext cx="5473200" cy="1136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 name="Google Shape;22;p3"/>
          <p:cNvCxnSpPr/>
          <p:nvPr/>
        </p:nvCxnSpPr>
        <p:spPr>
          <a:xfrm>
            <a:off x="9042625" y="1877800"/>
            <a:ext cx="2400" cy="1112100"/>
          </a:xfrm>
          <a:prstGeom prst="straightConnector1">
            <a:avLst/>
          </a:prstGeom>
          <a:noFill/>
          <a:ln cap="flat" cmpd="sng" w="19050">
            <a:solidFill>
              <a:schemeClr val="lt1"/>
            </a:solidFill>
            <a:prstDash val="solid"/>
            <a:round/>
            <a:headEnd len="med" w="med" type="none"/>
            <a:tailEnd len="med" w="med" type="none"/>
          </a:ln>
        </p:spPr>
      </p:cxnSp>
      <p:sp>
        <p:nvSpPr>
          <p:cNvPr id="23" name="Google Shape;23;p3"/>
          <p:cNvSpPr txBox="1"/>
          <p:nvPr>
            <p:ph hasCustomPrompt="1" type="title"/>
          </p:nvPr>
        </p:nvSpPr>
        <p:spPr>
          <a:xfrm>
            <a:off x="2052200" y="2001425"/>
            <a:ext cx="1663200" cy="935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0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4" name="Google Shape;24;p3"/>
          <p:cNvSpPr txBox="1"/>
          <p:nvPr>
            <p:ph idx="2" type="title"/>
          </p:nvPr>
        </p:nvSpPr>
        <p:spPr>
          <a:xfrm>
            <a:off x="4454300" y="1753298"/>
            <a:ext cx="4321500" cy="123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Font typeface="Overpass"/>
              <a:buNone/>
              <a:defRPr b="1" sz="9600">
                <a:solidFill>
                  <a:schemeClr val="lt1"/>
                </a:solidFill>
              </a:defRPr>
            </a:lvl1pPr>
            <a:lvl2pPr lvl="1"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2pPr>
            <a:lvl3pPr lvl="2"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3pPr>
            <a:lvl4pPr lvl="3"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4pPr>
            <a:lvl5pPr lvl="4"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5pPr>
            <a:lvl6pPr lvl="5"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6pPr>
            <a:lvl7pPr lvl="6"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7pPr>
            <a:lvl8pPr lvl="7"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8pPr>
            <a:lvl9pPr lvl="8"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9pPr>
          </a:lstStyle>
          <a:p/>
        </p:txBody>
      </p:sp>
      <p:sp>
        <p:nvSpPr>
          <p:cNvPr id="25" name="Google Shape;25;p3"/>
          <p:cNvSpPr txBox="1"/>
          <p:nvPr>
            <p:ph idx="1" type="subTitle"/>
          </p:nvPr>
        </p:nvSpPr>
        <p:spPr>
          <a:xfrm>
            <a:off x="4468205" y="3131645"/>
            <a:ext cx="3834000" cy="633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4"/>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txBox="1"/>
          <p:nvPr>
            <p:ph idx="1" type="subTitle"/>
          </p:nvPr>
        </p:nvSpPr>
        <p:spPr>
          <a:xfrm>
            <a:off x="621575" y="1228437"/>
            <a:ext cx="7878300" cy="365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200"/>
            </a:lvl1pPr>
            <a:lvl2pPr lvl="1" rtl="0">
              <a:lnSpc>
                <a:spcPct val="100000"/>
              </a:lnSpc>
              <a:spcBef>
                <a:spcPts val="0"/>
              </a:spcBef>
              <a:spcAft>
                <a:spcPts val="0"/>
              </a:spcAft>
              <a:buNone/>
              <a:defRPr sz="1200"/>
            </a:lvl2pPr>
            <a:lvl3pPr lvl="2" rtl="0">
              <a:lnSpc>
                <a:spcPct val="100000"/>
              </a:lnSpc>
              <a:spcBef>
                <a:spcPts val="0"/>
              </a:spcBef>
              <a:spcAft>
                <a:spcPts val="0"/>
              </a:spcAft>
              <a:buNone/>
              <a:defRPr sz="1200"/>
            </a:lvl3pPr>
            <a:lvl4pPr lvl="3" rtl="0">
              <a:lnSpc>
                <a:spcPct val="100000"/>
              </a:lnSpc>
              <a:spcBef>
                <a:spcPts val="0"/>
              </a:spcBef>
              <a:spcAft>
                <a:spcPts val="0"/>
              </a:spcAft>
              <a:buNone/>
              <a:defRPr sz="1200"/>
            </a:lvl4pPr>
            <a:lvl5pPr lvl="4" rtl="0">
              <a:lnSpc>
                <a:spcPct val="100000"/>
              </a:lnSpc>
              <a:spcBef>
                <a:spcPts val="0"/>
              </a:spcBef>
              <a:spcAft>
                <a:spcPts val="0"/>
              </a:spcAft>
              <a:buNone/>
              <a:defRPr sz="1200"/>
            </a:lvl5pPr>
            <a:lvl6pPr lvl="5" rtl="0">
              <a:lnSpc>
                <a:spcPct val="100000"/>
              </a:lnSpc>
              <a:spcBef>
                <a:spcPts val="0"/>
              </a:spcBef>
              <a:spcAft>
                <a:spcPts val="0"/>
              </a:spcAft>
              <a:buNone/>
              <a:defRPr sz="1200"/>
            </a:lvl6pPr>
            <a:lvl7pPr lvl="6" rtl="0">
              <a:lnSpc>
                <a:spcPct val="100000"/>
              </a:lnSpc>
              <a:spcBef>
                <a:spcPts val="0"/>
              </a:spcBef>
              <a:spcAft>
                <a:spcPts val="0"/>
              </a:spcAft>
              <a:buNone/>
              <a:defRPr sz="1200"/>
            </a:lvl7pPr>
            <a:lvl8pPr lvl="7" rtl="0">
              <a:lnSpc>
                <a:spcPct val="100000"/>
              </a:lnSpc>
              <a:spcBef>
                <a:spcPts val="0"/>
              </a:spcBef>
              <a:spcAft>
                <a:spcPts val="0"/>
              </a:spcAft>
              <a:buNone/>
              <a:defRPr sz="1200"/>
            </a:lvl8pPr>
            <a:lvl9pPr lvl="8" rtl="0">
              <a:lnSpc>
                <a:spcPct val="100000"/>
              </a:lnSpc>
              <a:spcBef>
                <a:spcPts val="0"/>
              </a:spcBef>
              <a:spcAft>
                <a:spcPts val="0"/>
              </a:spcAft>
              <a:buNone/>
              <a:defRPr sz="1200"/>
            </a:lvl9pPr>
          </a:lstStyle>
          <a:p/>
        </p:txBody>
      </p:sp>
      <p:sp>
        <p:nvSpPr>
          <p:cNvPr id="29" name="Google Shape;29;p4"/>
          <p:cNvSpPr txBox="1"/>
          <p:nvPr>
            <p:ph type="title"/>
          </p:nvPr>
        </p:nvSpPr>
        <p:spPr>
          <a:xfrm>
            <a:off x="625300" y="315813"/>
            <a:ext cx="7704000" cy="707700"/>
          </a:xfrm>
          <a:prstGeom prst="rect">
            <a:avLst/>
          </a:prstGeom>
        </p:spPr>
        <p:txBody>
          <a:bodyPr anchorCtr="0" anchor="t" bIns="91425" lIns="91425" spcFirstLastPara="1" rIns="91425" wrap="square" tIns="91425">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a:off x="3189572" y="-61450"/>
            <a:ext cx="6166500" cy="52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txBox="1"/>
          <p:nvPr>
            <p:ph type="title"/>
          </p:nvPr>
        </p:nvSpPr>
        <p:spPr>
          <a:xfrm>
            <a:off x="233850" y="1794300"/>
            <a:ext cx="2782800" cy="1554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 name="Google Shape;34;p5"/>
          <p:cNvSpPr txBox="1"/>
          <p:nvPr>
            <p:ph idx="1" type="subTitle"/>
          </p:nvPr>
        </p:nvSpPr>
        <p:spPr>
          <a:xfrm>
            <a:off x="4153278" y="3146801"/>
            <a:ext cx="1837800" cy="309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gn="r">
              <a:lnSpc>
                <a:spcPct val="100000"/>
              </a:lnSpc>
              <a:spcBef>
                <a:spcPts val="0"/>
              </a:spcBef>
              <a:spcAft>
                <a:spcPts val="0"/>
              </a:spcAft>
              <a:buNone/>
              <a:defRPr b="1" sz="2200">
                <a:solidFill>
                  <a:schemeClr val="lt1"/>
                </a:solidFill>
                <a:latin typeface="Bebas Neue"/>
                <a:ea typeface="Bebas Neue"/>
                <a:cs typeface="Bebas Neue"/>
                <a:sym typeface="Bebas Neue"/>
              </a:defRPr>
            </a:lvl2pPr>
            <a:lvl3pPr lvl="2" rtl="0" algn="r">
              <a:lnSpc>
                <a:spcPct val="100000"/>
              </a:lnSpc>
              <a:spcBef>
                <a:spcPts val="0"/>
              </a:spcBef>
              <a:spcAft>
                <a:spcPts val="0"/>
              </a:spcAft>
              <a:buNone/>
              <a:defRPr b="1" sz="2200">
                <a:solidFill>
                  <a:schemeClr val="lt1"/>
                </a:solidFill>
                <a:latin typeface="Bebas Neue"/>
                <a:ea typeface="Bebas Neue"/>
                <a:cs typeface="Bebas Neue"/>
                <a:sym typeface="Bebas Neue"/>
              </a:defRPr>
            </a:lvl3pPr>
            <a:lvl4pPr lvl="3" rtl="0" algn="r">
              <a:lnSpc>
                <a:spcPct val="100000"/>
              </a:lnSpc>
              <a:spcBef>
                <a:spcPts val="0"/>
              </a:spcBef>
              <a:spcAft>
                <a:spcPts val="0"/>
              </a:spcAft>
              <a:buNone/>
              <a:defRPr b="1" sz="2200">
                <a:solidFill>
                  <a:schemeClr val="lt1"/>
                </a:solidFill>
                <a:latin typeface="Bebas Neue"/>
                <a:ea typeface="Bebas Neue"/>
                <a:cs typeface="Bebas Neue"/>
                <a:sym typeface="Bebas Neue"/>
              </a:defRPr>
            </a:lvl4pPr>
            <a:lvl5pPr lvl="4" rtl="0" algn="r">
              <a:lnSpc>
                <a:spcPct val="100000"/>
              </a:lnSpc>
              <a:spcBef>
                <a:spcPts val="0"/>
              </a:spcBef>
              <a:spcAft>
                <a:spcPts val="0"/>
              </a:spcAft>
              <a:buNone/>
              <a:defRPr b="1" sz="2200">
                <a:solidFill>
                  <a:schemeClr val="lt1"/>
                </a:solidFill>
                <a:latin typeface="Bebas Neue"/>
                <a:ea typeface="Bebas Neue"/>
                <a:cs typeface="Bebas Neue"/>
                <a:sym typeface="Bebas Neue"/>
              </a:defRPr>
            </a:lvl5pPr>
            <a:lvl6pPr lvl="5" rtl="0" algn="r">
              <a:lnSpc>
                <a:spcPct val="100000"/>
              </a:lnSpc>
              <a:spcBef>
                <a:spcPts val="0"/>
              </a:spcBef>
              <a:spcAft>
                <a:spcPts val="0"/>
              </a:spcAft>
              <a:buNone/>
              <a:defRPr b="1" sz="2200">
                <a:solidFill>
                  <a:schemeClr val="lt1"/>
                </a:solidFill>
                <a:latin typeface="Bebas Neue"/>
                <a:ea typeface="Bebas Neue"/>
                <a:cs typeface="Bebas Neue"/>
                <a:sym typeface="Bebas Neue"/>
              </a:defRPr>
            </a:lvl6pPr>
            <a:lvl7pPr lvl="6" rtl="0" algn="r">
              <a:lnSpc>
                <a:spcPct val="100000"/>
              </a:lnSpc>
              <a:spcBef>
                <a:spcPts val="0"/>
              </a:spcBef>
              <a:spcAft>
                <a:spcPts val="0"/>
              </a:spcAft>
              <a:buNone/>
              <a:defRPr b="1" sz="2200">
                <a:solidFill>
                  <a:schemeClr val="lt1"/>
                </a:solidFill>
                <a:latin typeface="Bebas Neue"/>
                <a:ea typeface="Bebas Neue"/>
                <a:cs typeface="Bebas Neue"/>
                <a:sym typeface="Bebas Neue"/>
              </a:defRPr>
            </a:lvl7pPr>
            <a:lvl8pPr lvl="7" rtl="0" algn="r">
              <a:lnSpc>
                <a:spcPct val="100000"/>
              </a:lnSpc>
              <a:spcBef>
                <a:spcPts val="0"/>
              </a:spcBef>
              <a:spcAft>
                <a:spcPts val="0"/>
              </a:spcAft>
              <a:buNone/>
              <a:defRPr b="1" sz="2200">
                <a:solidFill>
                  <a:schemeClr val="lt1"/>
                </a:solidFill>
                <a:latin typeface="Bebas Neue"/>
                <a:ea typeface="Bebas Neue"/>
                <a:cs typeface="Bebas Neue"/>
                <a:sym typeface="Bebas Neue"/>
              </a:defRPr>
            </a:lvl8pPr>
            <a:lvl9pPr lvl="8" rtl="0" algn="r">
              <a:lnSpc>
                <a:spcPct val="100000"/>
              </a:lnSpc>
              <a:spcBef>
                <a:spcPts val="0"/>
              </a:spcBef>
              <a:spcAft>
                <a:spcPts val="0"/>
              </a:spcAft>
              <a:buNone/>
              <a:defRPr b="1" sz="2200">
                <a:solidFill>
                  <a:schemeClr val="lt1"/>
                </a:solidFill>
                <a:latin typeface="Bebas Neue"/>
                <a:ea typeface="Bebas Neue"/>
                <a:cs typeface="Bebas Neue"/>
                <a:sym typeface="Bebas Neue"/>
              </a:defRPr>
            </a:lvl9pPr>
          </a:lstStyle>
          <a:p/>
        </p:txBody>
      </p:sp>
      <p:sp>
        <p:nvSpPr>
          <p:cNvPr id="35" name="Google Shape;35;p5"/>
          <p:cNvSpPr txBox="1"/>
          <p:nvPr>
            <p:ph idx="2" type="subTitle"/>
          </p:nvPr>
        </p:nvSpPr>
        <p:spPr>
          <a:xfrm>
            <a:off x="3906378" y="3458361"/>
            <a:ext cx="2084700" cy="1115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500">
                <a:solidFill>
                  <a:schemeClr val="lt1"/>
                </a:solidFill>
                <a:latin typeface="Overpass Light"/>
                <a:ea typeface="Overpass Light"/>
                <a:cs typeface="Overpass Light"/>
                <a:sym typeface="Overpass Light"/>
              </a:defRPr>
            </a:lvl1pPr>
            <a:lvl2pPr lvl="1" rtl="0" algn="r">
              <a:lnSpc>
                <a:spcPct val="100000"/>
              </a:lnSpc>
              <a:spcBef>
                <a:spcPts val="0"/>
              </a:spcBef>
              <a:spcAft>
                <a:spcPts val="0"/>
              </a:spcAft>
              <a:buNone/>
              <a:defRPr sz="1500">
                <a:solidFill>
                  <a:schemeClr val="lt1"/>
                </a:solidFill>
                <a:latin typeface="Overpass Light"/>
                <a:ea typeface="Overpass Light"/>
                <a:cs typeface="Overpass Light"/>
                <a:sym typeface="Overpass Light"/>
              </a:defRPr>
            </a:lvl2pPr>
            <a:lvl3pPr lvl="2" rtl="0" algn="r">
              <a:lnSpc>
                <a:spcPct val="100000"/>
              </a:lnSpc>
              <a:spcBef>
                <a:spcPts val="0"/>
              </a:spcBef>
              <a:spcAft>
                <a:spcPts val="0"/>
              </a:spcAft>
              <a:buNone/>
              <a:defRPr sz="1500">
                <a:solidFill>
                  <a:schemeClr val="lt1"/>
                </a:solidFill>
                <a:latin typeface="Overpass Light"/>
                <a:ea typeface="Overpass Light"/>
                <a:cs typeface="Overpass Light"/>
                <a:sym typeface="Overpass Light"/>
              </a:defRPr>
            </a:lvl3pPr>
            <a:lvl4pPr lvl="3" rtl="0" algn="r">
              <a:lnSpc>
                <a:spcPct val="100000"/>
              </a:lnSpc>
              <a:spcBef>
                <a:spcPts val="0"/>
              </a:spcBef>
              <a:spcAft>
                <a:spcPts val="0"/>
              </a:spcAft>
              <a:buNone/>
              <a:defRPr sz="1500">
                <a:solidFill>
                  <a:schemeClr val="lt1"/>
                </a:solidFill>
                <a:latin typeface="Overpass Light"/>
                <a:ea typeface="Overpass Light"/>
                <a:cs typeface="Overpass Light"/>
                <a:sym typeface="Overpass Light"/>
              </a:defRPr>
            </a:lvl4pPr>
            <a:lvl5pPr lvl="4" rtl="0" algn="r">
              <a:lnSpc>
                <a:spcPct val="100000"/>
              </a:lnSpc>
              <a:spcBef>
                <a:spcPts val="0"/>
              </a:spcBef>
              <a:spcAft>
                <a:spcPts val="0"/>
              </a:spcAft>
              <a:buNone/>
              <a:defRPr sz="1500">
                <a:solidFill>
                  <a:schemeClr val="lt1"/>
                </a:solidFill>
                <a:latin typeface="Overpass Light"/>
                <a:ea typeface="Overpass Light"/>
                <a:cs typeface="Overpass Light"/>
                <a:sym typeface="Overpass Light"/>
              </a:defRPr>
            </a:lvl5pPr>
            <a:lvl6pPr lvl="5" rtl="0" algn="r">
              <a:lnSpc>
                <a:spcPct val="100000"/>
              </a:lnSpc>
              <a:spcBef>
                <a:spcPts val="0"/>
              </a:spcBef>
              <a:spcAft>
                <a:spcPts val="0"/>
              </a:spcAft>
              <a:buNone/>
              <a:defRPr sz="1500">
                <a:solidFill>
                  <a:schemeClr val="lt1"/>
                </a:solidFill>
                <a:latin typeface="Overpass Light"/>
                <a:ea typeface="Overpass Light"/>
                <a:cs typeface="Overpass Light"/>
                <a:sym typeface="Overpass Light"/>
              </a:defRPr>
            </a:lvl6pPr>
            <a:lvl7pPr lvl="6" rtl="0" algn="r">
              <a:lnSpc>
                <a:spcPct val="100000"/>
              </a:lnSpc>
              <a:spcBef>
                <a:spcPts val="0"/>
              </a:spcBef>
              <a:spcAft>
                <a:spcPts val="0"/>
              </a:spcAft>
              <a:buNone/>
              <a:defRPr sz="1500">
                <a:solidFill>
                  <a:schemeClr val="lt1"/>
                </a:solidFill>
                <a:latin typeface="Overpass Light"/>
                <a:ea typeface="Overpass Light"/>
                <a:cs typeface="Overpass Light"/>
                <a:sym typeface="Overpass Light"/>
              </a:defRPr>
            </a:lvl7pPr>
            <a:lvl8pPr lvl="7" rtl="0" algn="r">
              <a:lnSpc>
                <a:spcPct val="100000"/>
              </a:lnSpc>
              <a:spcBef>
                <a:spcPts val="0"/>
              </a:spcBef>
              <a:spcAft>
                <a:spcPts val="0"/>
              </a:spcAft>
              <a:buNone/>
              <a:defRPr sz="1500">
                <a:solidFill>
                  <a:schemeClr val="lt1"/>
                </a:solidFill>
                <a:latin typeface="Overpass Light"/>
                <a:ea typeface="Overpass Light"/>
                <a:cs typeface="Overpass Light"/>
                <a:sym typeface="Overpass Light"/>
              </a:defRPr>
            </a:lvl8pPr>
            <a:lvl9pPr lvl="8" rtl="0" algn="r">
              <a:lnSpc>
                <a:spcPct val="100000"/>
              </a:lnSpc>
              <a:spcBef>
                <a:spcPts val="0"/>
              </a:spcBef>
              <a:spcAft>
                <a:spcPts val="0"/>
              </a:spcAft>
              <a:buNone/>
              <a:defRPr sz="1500">
                <a:solidFill>
                  <a:schemeClr val="lt1"/>
                </a:solidFill>
                <a:latin typeface="Overpass Light"/>
                <a:ea typeface="Overpass Light"/>
                <a:cs typeface="Overpass Light"/>
                <a:sym typeface="Overpass Light"/>
              </a:defRPr>
            </a:lvl9pPr>
          </a:lstStyle>
          <a:p/>
        </p:txBody>
      </p:sp>
      <p:sp>
        <p:nvSpPr>
          <p:cNvPr id="36" name="Google Shape;36;p5"/>
          <p:cNvSpPr txBox="1"/>
          <p:nvPr>
            <p:ph idx="3" type="subTitle"/>
          </p:nvPr>
        </p:nvSpPr>
        <p:spPr>
          <a:xfrm>
            <a:off x="6374237" y="580394"/>
            <a:ext cx="19200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b="1"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b="1"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b="1"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b="1"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b="1"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b="1"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b="1"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b="1" sz="2200">
                <a:solidFill>
                  <a:schemeClr val="lt1"/>
                </a:solidFill>
                <a:latin typeface="Bebas Neue"/>
                <a:ea typeface="Bebas Neue"/>
                <a:cs typeface="Bebas Neue"/>
                <a:sym typeface="Bebas Neue"/>
              </a:defRPr>
            </a:lvl9pPr>
          </a:lstStyle>
          <a:p/>
        </p:txBody>
      </p:sp>
      <p:sp>
        <p:nvSpPr>
          <p:cNvPr id="37" name="Google Shape;37;p5"/>
          <p:cNvSpPr txBox="1"/>
          <p:nvPr>
            <p:ph idx="4" type="subTitle"/>
          </p:nvPr>
        </p:nvSpPr>
        <p:spPr>
          <a:xfrm>
            <a:off x="6374239" y="883466"/>
            <a:ext cx="2082300" cy="111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5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500">
                <a:solidFill>
                  <a:schemeClr val="lt1"/>
                </a:solidFill>
                <a:latin typeface="Overpass Light"/>
                <a:ea typeface="Overpass Light"/>
                <a:cs typeface="Overpass Light"/>
                <a:sym typeface="Overpass Light"/>
              </a:defRPr>
            </a:lvl2pPr>
            <a:lvl3pPr lvl="2" rtl="0">
              <a:lnSpc>
                <a:spcPct val="100000"/>
              </a:lnSpc>
              <a:spcBef>
                <a:spcPts val="0"/>
              </a:spcBef>
              <a:spcAft>
                <a:spcPts val="0"/>
              </a:spcAft>
              <a:buNone/>
              <a:defRPr sz="1500">
                <a:solidFill>
                  <a:schemeClr val="lt1"/>
                </a:solidFill>
                <a:latin typeface="Overpass Light"/>
                <a:ea typeface="Overpass Light"/>
                <a:cs typeface="Overpass Light"/>
                <a:sym typeface="Overpass Light"/>
              </a:defRPr>
            </a:lvl3pPr>
            <a:lvl4pPr lvl="3" rtl="0">
              <a:lnSpc>
                <a:spcPct val="100000"/>
              </a:lnSpc>
              <a:spcBef>
                <a:spcPts val="0"/>
              </a:spcBef>
              <a:spcAft>
                <a:spcPts val="0"/>
              </a:spcAft>
              <a:buNone/>
              <a:defRPr sz="1500">
                <a:solidFill>
                  <a:schemeClr val="lt1"/>
                </a:solidFill>
                <a:latin typeface="Overpass Light"/>
                <a:ea typeface="Overpass Light"/>
                <a:cs typeface="Overpass Light"/>
                <a:sym typeface="Overpass Light"/>
              </a:defRPr>
            </a:lvl4pPr>
            <a:lvl5pPr lvl="4" rtl="0">
              <a:lnSpc>
                <a:spcPct val="100000"/>
              </a:lnSpc>
              <a:spcBef>
                <a:spcPts val="0"/>
              </a:spcBef>
              <a:spcAft>
                <a:spcPts val="0"/>
              </a:spcAft>
              <a:buNone/>
              <a:defRPr sz="1500">
                <a:solidFill>
                  <a:schemeClr val="lt1"/>
                </a:solidFill>
                <a:latin typeface="Overpass Light"/>
                <a:ea typeface="Overpass Light"/>
                <a:cs typeface="Overpass Light"/>
                <a:sym typeface="Overpass Light"/>
              </a:defRPr>
            </a:lvl5pPr>
            <a:lvl6pPr lvl="5" rtl="0">
              <a:lnSpc>
                <a:spcPct val="100000"/>
              </a:lnSpc>
              <a:spcBef>
                <a:spcPts val="0"/>
              </a:spcBef>
              <a:spcAft>
                <a:spcPts val="0"/>
              </a:spcAft>
              <a:buNone/>
              <a:defRPr sz="1500">
                <a:solidFill>
                  <a:schemeClr val="lt1"/>
                </a:solidFill>
                <a:latin typeface="Overpass Light"/>
                <a:ea typeface="Overpass Light"/>
                <a:cs typeface="Overpass Light"/>
                <a:sym typeface="Overpass Light"/>
              </a:defRPr>
            </a:lvl6pPr>
            <a:lvl7pPr lvl="6" rtl="0">
              <a:lnSpc>
                <a:spcPct val="100000"/>
              </a:lnSpc>
              <a:spcBef>
                <a:spcPts val="0"/>
              </a:spcBef>
              <a:spcAft>
                <a:spcPts val="0"/>
              </a:spcAft>
              <a:buNone/>
              <a:defRPr sz="1500">
                <a:solidFill>
                  <a:schemeClr val="lt1"/>
                </a:solidFill>
                <a:latin typeface="Overpass Light"/>
                <a:ea typeface="Overpass Light"/>
                <a:cs typeface="Overpass Light"/>
                <a:sym typeface="Overpass Light"/>
              </a:defRPr>
            </a:lvl7pPr>
            <a:lvl8pPr lvl="7" rtl="0">
              <a:lnSpc>
                <a:spcPct val="100000"/>
              </a:lnSpc>
              <a:spcBef>
                <a:spcPts val="0"/>
              </a:spcBef>
              <a:spcAft>
                <a:spcPts val="0"/>
              </a:spcAft>
              <a:buNone/>
              <a:defRPr sz="1500">
                <a:solidFill>
                  <a:schemeClr val="lt1"/>
                </a:solidFill>
                <a:latin typeface="Overpass Light"/>
                <a:ea typeface="Overpass Light"/>
                <a:cs typeface="Overpass Light"/>
                <a:sym typeface="Overpass Light"/>
              </a:defRPr>
            </a:lvl8pPr>
            <a:lvl9pPr lvl="8" rtl="0">
              <a:lnSpc>
                <a:spcPct val="100000"/>
              </a:lnSpc>
              <a:spcBef>
                <a:spcPts val="0"/>
              </a:spcBef>
              <a:spcAft>
                <a:spcPts val="0"/>
              </a:spcAft>
              <a:buNone/>
              <a:defRPr sz="1500">
                <a:solidFill>
                  <a:schemeClr val="lt1"/>
                </a:solidFill>
                <a:latin typeface="Overpass Light"/>
                <a:ea typeface="Overpass Light"/>
                <a:cs typeface="Overpass Light"/>
                <a:sym typeface="Overpass Ligh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6391950" y="1898400"/>
            <a:ext cx="2169300" cy="1346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 name="Google Shape;40;p6"/>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txBox="1"/>
          <p:nvPr>
            <p:ph idx="1" type="subTitle"/>
          </p:nvPr>
        </p:nvSpPr>
        <p:spPr>
          <a:xfrm>
            <a:off x="4863950" y="2269650"/>
            <a:ext cx="3566700" cy="1176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a:solidFill>
                  <a:schemeClr val="dk1"/>
                </a:solidFill>
                <a:latin typeface="Overpass Light"/>
                <a:ea typeface="Overpass Light"/>
                <a:cs typeface="Overpass Light"/>
                <a:sym typeface="Overpass Light"/>
              </a:defRPr>
            </a:lvl9pPr>
          </a:lstStyle>
          <a:p/>
        </p:txBody>
      </p:sp>
      <p:sp>
        <p:nvSpPr>
          <p:cNvPr id="43" name="Google Shape;43;p7"/>
          <p:cNvSpPr txBox="1"/>
          <p:nvPr>
            <p:ph type="title"/>
          </p:nvPr>
        </p:nvSpPr>
        <p:spPr>
          <a:xfrm>
            <a:off x="4863950" y="1696950"/>
            <a:ext cx="383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3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 name="Google Shape;44;p7"/>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p8"/>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8"/>
          <p:cNvSpPr/>
          <p:nvPr/>
        </p:nvSpPr>
        <p:spPr>
          <a:xfrm>
            <a:off x="-152400" y="2736075"/>
            <a:ext cx="5080800" cy="213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8"/>
          <p:cNvCxnSpPr/>
          <p:nvPr/>
        </p:nvCxnSpPr>
        <p:spPr>
          <a:xfrm>
            <a:off x="101775" y="2736075"/>
            <a:ext cx="0" cy="2141400"/>
          </a:xfrm>
          <a:prstGeom prst="straightConnector1">
            <a:avLst/>
          </a:prstGeom>
          <a:noFill/>
          <a:ln cap="flat" cmpd="sng" w="19050">
            <a:solidFill>
              <a:schemeClr val="lt1"/>
            </a:solidFill>
            <a:prstDash val="solid"/>
            <a:round/>
            <a:headEnd len="med" w="med" type="none"/>
            <a:tailEnd len="med" w="med" type="none"/>
          </a:ln>
        </p:spPr>
      </p:cxnSp>
      <p:sp>
        <p:nvSpPr>
          <p:cNvPr id="49" name="Google Shape;49;p8"/>
          <p:cNvSpPr txBox="1"/>
          <p:nvPr>
            <p:ph idx="1" type="subTitle"/>
          </p:nvPr>
        </p:nvSpPr>
        <p:spPr>
          <a:xfrm>
            <a:off x="2540075" y="4178025"/>
            <a:ext cx="2093100" cy="489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2pPr>
            <a:lvl3pPr lvl="2"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3pPr>
            <a:lvl4pPr lvl="3"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4pPr>
            <a:lvl5pPr lvl="4"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5pPr>
            <a:lvl6pPr lvl="5"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6pPr>
            <a:lvl7pPr lvl="6"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7pPr>
            <a:lvl8pPr lvl="7"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8pPr>
            <a:lvl9pPr lvl="8"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9pPr>
          </a:lstStyle>
          <a:p/>
        </p:txBody>
      </p:sp>
      <p:sp>
        <p:nvSpPr>
          <p:cNvPr id="50" name="Google Shape;50;p8"/>
          <p:cNvSpPr txBox="1"/>
          <p:nvPr>
            <p:ph idx="2" type="subTitle"/>
          </p:nvPr>
        </p:nvSpPr>
        <p:spPr>
          <a:xfrm>
            <a:off x="713225" y="2984199"/>
            <a:ext cx="3858600" cy="1220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None/>
              <a:defRPr b="1" sz="1900">
                <a:solidFill>
                  <a:schemeClr val="lt1"/>
                </a:solidFill>
              </a:defRPr>
            </a:lvl1pPr>
            <a:lvl2pPr lvl="1">
              <a:lnSpc>
                <a:spcPct val="100000"/>
              </a:lnSpc>
              <a:spcBef>
                <a:spcPts val="0"/>
              </a:spcBef>
              <a:spcAft>
                <a:spcPts val="0"/>
              </a:spcAft>
              <a:buNone/>
              <a:defRPr b="1" sz="1900">
                <a:solidFill>
                  <a:schemeClr val="lt1"/>
                </a:solidFill>
              </a:defRPr>
            </a:lvl2pPr>
            <a:lvl3pPr lvl="2">
              <a:lnSpc>
                <a:spcPct val="100000"/>
              </a:lnSpc>
              <a:spcBef>
                <a:spcPts val="0"/>
              </a:spcBef>
              <a:spcAft>
                <a:spcPts val="0"/>
              </a:spcAft>
              <a:buNone/>
              <a:defRPr b="1" sz="1900">
                <a:solidFill>
                  <a:schemeClr val="lt1"/>
                </a:solidFill>
              </a:defRPr>
            </a:lvl3pPr>
            <a:lvl4pPr lvl="3">
              <a:lnSpc>
                <a:spcPct val="100000"/>
              </a:lnSpc>
              <a:spcBef>
                <a:spcPts val="0"/>
              </a:spcBef>
              <a:spcAft>
                <a:spcPts val="0"/>
              </a:spcAft>
              <a:buNone/>
              <a:defRPr b="1" sz="1900">
                <a:solidFill>
                  <a:schemeClr val="lt1"/>
                </a:solidFill>
              </a:defRPr>
            </a:lvl4pPr>
            <a:lvl5pPr lvl="4">
              <a:lnSpc>
                <a:spcPct val="100000"/>
              </a:lnSpc>
              <a:spcBef>
                <a:spcPts val="0"/>
              </a:spcBef>
              <a:spcAft>
                <a:spcPts val="0"/>
              </a:spcAft>
              <a:buNone/>
              <a:defRPr b="1" sz="1900">
                <a:solidFill>
                  <a:schemeClr val="lt1"/>
                </a:solidFill>
              </a:defRPr>
            </a:lvl5pPr>
            <a:lvl6pPr lvl="5">
              <a:lnSpc>
                <a:spcPct val="100000"/>
              </a:lnSpc>
              <a:spcBef>
                <a:spcPts val="0"/>
              </a:spcBef>
              <a:spcAft>
                <a:spcPts val="0"/>
              </a:spcAft>
              <a:buNone/>
              <a:defRPr b="1" sz="1900">
                <a:solidFill>
                  <a:schemeClr val="lt1"/>
                </a:solidFill>
              </a:defRPr>
            </a:lvl6pPr>
            <a:lvl7pPr lvl="6">
              <a:lnSpc>
                <a:spcPct val="100000"/>
              </a:lnSpc>
              <a:spcBef>
                <a:spcPts val="0"/>
              </a:spcBef>
              <a:spcAft>
                <a:spcPts val="0"/>
              </a:spcAft>
              <a:buNone/>
              <a:defRPr b="1" sz="1900">
                <a:solidFill>
                  <a:schemeClr val="lt1"/>
                </a:solidFill>
              </a:defRPr>
            </a:lvl7pPr>
            <a:lvl8pPr lvl="7">
              <a:lnSpc>
                <a:spcPct val="100000"/>
              </a:lnSpc>
              <a:spcBef>
                <a:spcPts val="0"/>
              </a:spcBef>
              <a:spcAft>
                <a:spcPts val="0"/>
              </a:spcAft>
              <a:buNone/>
              <a:defRPr b="1" sz="1900">
                <a:solidFill>
                  <a:schemeClr val="lt1"/>
                </a:solidFill>
              </a:defRPr>
            </a:lvl8pPr>
            <a:lvl9pPr lvl="8">
              <a:lnSpc>
                <a:spcPct val="100000"/>
              </a:lnSpc>
              <a:spcBef>
                <a:spcPts val="0"/>
              </a:spcBef>
              <a:spcAft>
                <a:spcPts val="0"/>
              </a:spcAft>
              <a:buNone/>
              <a:defRPr b="1" sz="1900">
                <a:solidFill>
                  <a:schemeClr val="lt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88225" y="840450"/>
            <a:ext cx="4198200" cy="1136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 name="Google Shape;53;p9"/>
          <p:cNvCxnSpPr/>
          <p:nvPr/>
        </p:nvCxnSpPr>
        <p:spPr>
          <a:xfrm>
            <a:off x="103800" y="840825"/>
            <a:ext cx="0" cy="1136700"/>
          </a:xfrm>
          <a:prstGeom prst="straightConnector1">
            <a:avLst/>
          </a:prstGeom>
          <a:noFill/>
          <a:ln cap="flat" cmpd="sng" w="19050">
            <a:solidFill>
              <a:schemeClr val="dk2"/>
            </a:solidFill>
            <a:prstDash val="solid"/>
            <a:round/>
            <a:headEnd len="med" w="med" type="none"/>
            <a:tailEnd len="med" w="med" type="none"/>
          </a:ln>
        </p:spPr>
      </p:cxnSp>
      <p:sp>
        <p:nvSpPr>
          <p:cNvPr id="54" name="Google Shape;54;p9"/>
          <p:cNvSpPr txBox="1"/>
          <p:nvPr>
            <p:ph idx="1" type="subTitle"/>
          </p:nvPr>
        </p:nvSpPr>
        <p:spPr>
          <a:xfrm>
            <a:off x="4572000" y="799950"/>
            <a:ext cx="3566700" cy="1176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a:solidFill>
                  <a:schemeClr val="dk1"/>
                </a:solidFill>
                <a:latin typeface="Overpass Light"/>
                <a:ea typeface="Overpass Light"/>
                <a:cs typeface="Overpass Light"/>
                <a:sym typeface="Overpass Light"/>
              </a:defRPr>
            </a:lvl9pPr>
          </a:lstStyle>
          <a:p/>
        </p:txBody>
      </p:sp>
      <p:sp>
        <p:nvSpPr>
          <p:cNvPr id="55" name="Google Shape;55;p9"/>
          <p:cNvSpPr txBox="1"/>
          <p:nvPr>
            <p:ph type="title"/>
          </p:nvPr>
        </p:nvSpPr>
        <p:spPr>
          <a:xfrm>
            <a:off x="713225" y="1041931"/>
            <a:ext cx="383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300"/>
              <a:buNone/>
              <a:defRPr sz="3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 name="Google Shape;56;p9"/>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0"/>
          <p:cNvSpPr txBox="1"/>
          <p:nvPr>
            <p:ph idx="1" type="body"/>
          </p:nvPr>
        </p:nvSpPr>
        <p:spPr>
          <a:xfrm>
            <a:off x="2285942" y="316339"/>
            <a:ext cx="4972800" cy="15294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sz="4500">
                <a:solidFill>
                  <a:schemeClr val="dk1"/>
                </a:solidFill>
                <a:latin typeface="Bebas Neue"/>
                <a:ea typeface="Bebas Neue"/>
                <a:cs typeface="Bebas Neue"/>
                <a:sym typeface="Bebas Neue"/>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0" name="Shape 60"/>
        <p:cNvGrpSpPr/>
        <p:nvPr/>
      </p:nvGrpSpPr>
      <p:grpSpPr>
        <a:xfrm>
          <a:off x="0" y="0"/>
          <a:ext cx="0" cy="0"/>
          <a:chOff x="0" y="0"/>
          <a:chExt cx="0" cy="0"/>
        </a:xfrm>
      </p:grpSpPr>
      <p:sp>
        <p:nvSpPr>
          <p:cNvPr id="61" name="Google Shape;61;p11"/>
          <p:cNvSpPr/>
          <p:nvPr/>
        </p:nvSpPr>
        <p:spPr>
          <a:xfrm>
            <a:off x="-116125" y="2561775"/>
            <a:ext cx="9281100" cy="141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1"/>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1"/>
          <p:cNvSpPr txBox="1"/>
          <p:nvPr>
            <p:ph hasCustomPrompt="1" type="title"/>
          </p:nvPr>
        </p:nvSpPr>
        <p:spPr>
          <a:xfrm>
            <a:off x="2061788" y="723875"/>
            <a:ext cx="5019000" cy="1853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2000"/>
              <a:buNone/>
              <a:defRPr sz="20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64" name="Google Shape;64;p11"/>
          <p:cNvSpPr txBox="1"/>
          <p:nvPr>
            <p:ph idx="2" type="title"/>
          </p:nvPr>
        </p:nvSpPr>
        <p:spPr>
          <a:xfrm>
            <a:off x="2485555" y="2871475"/>
            <a:ext cx="4167600" cy="818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4300"/>
              <a:buNone/>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5">
    <p:spTree>
      <p:nvGrpSpPr>
        <p:cNvPr id="66" name="Shape 66"/>
        <p:cNvGrpSpPr/>
        <p:nvPr/>
      </p:nvGrpSpPr>
      <p:grpSpPr>
        <a:xfrm>
          <a:off x="0" y="0"/>
          <a:ext cx="0" cy="0"/>
          <a:chOff x="0" y="0"/>
          <a:chExt cx="0" cy="0"/>
        </a:xfrm>
      </p:grpSpPr>
      <p:cxnSp>
        <p:nvCxnSpPr>
          <p:cNvPr id="67" name="Google Shape;67;p13"/>
          <p:cNvCxnSpPr/>
          <p:nvPr/>
        </p:nvCxnSpPr>
        <p:spPr>
          <a:xfrm>
            <a:off x="107975" y="2076050"/>
            <a:ext cx="0" cy="1011000"/>
          </a:xfrm>
          <a:prstGeom prst="straightConnector1">
            <a:avLst/>
          </a:prstGeom>
          <a:noFill/>
          <a:ln cap="flat" cmpd="sng" w="19050">
            <a:solidFill>
              <a:schemeClr val="dk2"/>
            </a:solidFill>
            <a:prstDash val="solid"/>
            <a:round/>
            <a:headEnd len="med" w="med" type="none"/>
            <a:tailEnd len="med" w="med" type="none"/>
          </a:ln>
        </p:spPr>
      </p:cxnSp>
      <p:cxnSp>
        <p:nvCxnSpPr>
          <p:cNvPr id="68" name="Google Shape;68;p13"/>
          <p:cNvCxnSpPr/>
          <p:nvPr/>
        </p:nvCxnSpPr>
        <p:spPr>
          <a:xfrm>
            <a:off x="9040374" y="2076050"/>
            <a:ext cx="0" cy="1011000"/>
          </a:xfrm>
          <a:prstGeom prst="straightConnector1">
            <a:avLst/>
          </a:prstGeom>
          <a:noFill/>
          <a:ln cap="flat" cmpd="sng" w="19050">
            <a:solidFill>
              <a:schemeClr val="dk2"/>
            </a:solidFill>
            <a:prstDash val="solid"/>
            <a:round/>
            <a:headEnd len="med" w="med" type="none"/>
            <a:tailEnd len="med" w="med" type="none"/>
          </a:ln>
        </p:spPr>
      </p:cxnSp>
      <p:sp>
        <p:nvSpPr>
          <p:cNvPr id="69" name="Google Shape;69;p13"/>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txBox="1"/>
          <p:nvPr>
            <p:ph type="title"/>
          </p:nvPr>
        </p:nvSpPr>
        <p:spPr>
          <a:xfrm>
            <a:off x="625275" y="374693"/>
            <a:ext cx="3852000" cy="723600"/>
          </a:xfrm>
          <a:prstGeom prst="rect">
            <a:avLst/>
          </a:prstGeom>
        </p:spPr>
        <p:txBody>
          <a:bodyPr anchorCtr="0" anchor="ctr" bIns="91425" lIns="91425" spcFirstLastPara="1" rIns="91425" wrap="square" tIns="91425">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 name="Google Shape;71;p13"/>
          <p:cNvSpPr txBox="1"/>
          <p:nvPr>
            <p:ph hasCustomPrompt="1" idx="2" type="title"/>
          </p:nvPr>
        </p:nvSpPr>
        <p:spPr>
          <a:xfrm>
            <a:off x="2042990" y="1354938"/>
            <a:ext cx="966000" cy="47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72" name="Google Shape;72;p13"/>
          <p:cNvSpPr txBox="1"/>
          <p:nvPr>
            <p:ph idx="1" type="subTitle"/>
          </p:nvPr>
        </p:nvSpPr>
        <p:spPr>
          <a:xfrm>
            <a:off x="1588790" y="1916625"/>
            <a:ext cx="1874400" cy="27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a:latin typeface="Bebas Neue"/>
                <a:ea typeface="Bebas Neue"/>
                <a:cs typeface="Bebas Neue"/>
                <a:sym typeface="Bebas Neue"/>
              </a:defRPr>
            </a:lvl2pPr>
            <a:lvl3pPr lvl="2" rtl="0" algn="ctr">
              <a:lnSpc>
                <a:spcPct val="100000"/>
              </a:lnSpc>
              <a:spcBef>
                <a:spcPts val="0"/>
              </a:spcBef>
              <a:spcAft>
                <a:spcPts val="0"/>
              </a:spcAft>
              <a:buNone/>
              <a:defRPr>
                <a:latin typeface="Bebas Neue"/>
                <a:ea typeface="Bebas Neue"/>
                <a:cs typeface="Bebas Neue"/>
                <a:sym typeface="Bebas Neue"/>
              </a:defRPr>
            </a:lvl3pPr>
            <a:lvl4pPr lvl="3" rtl="0" algn="ctr">
              <a:lnSpc>
                <a:spcPct val="100000"/>
              </a:lnSpc>
              <a:spcBef>
                <a:spcPts val="0"/>
              </a:spcBef>
              <a:spcAft>
                <a:spcPts val="0"/>
              </a:spcAft>
              <a:buNone/>
              <a:defRPr>
                <a:latin typeface="Bebas Neue"/>
                <a:ea typeface="Bebas Neue"/>
                <a:cs typeface="Bebas Neue"/>
                <a:sym typeface="Bebas Neue"/>
              </a:defRPr>
            </a:lvl4pPr>
            <a:lvl5pPr lvl="4" rtl="0" algn="ctr">
              <a:lnSpc>
                <a:spcPct val="100000"/>
              </a:lnSpc>
              <a:spcBef>
                <a:spcPts val="0"/>
              </a:spcBef>
              <a:spcAft>
                <a:spcPts val="0"/>
              </a:spcAft>
              <a:buNone/>
              <a:defRPr>
                <a:latin typeface="Bebas Neue"/>
                <a:ea typeface="Bebas Neue"/>
                <a:cs typeface="Bebas Neue"/>
                <a:sym typeface="Bebas Neue"/>
              </a:defRPr>
            </a:lvl5pPr>
            <a:lvl6pPr lvl="5" rtl="0" algn="ctr">
              <a:lnSpc>
                <a:spcPct val="100000"/>
              </a:lnSpc>
              <a:spcBef>
                <a:spcPts val="0"/>
              </a:spcBef>
              <a:spcAft>
                <a:spcPts val="0"/>
              </a:spcAft>
              <a:buNone/>
              <a:defRPr>
                <a:latin typeface="Bebas Neue"/>
                <a:ea typeface="Bebas Neue"/>
                <a:cs typeface="Bebas Neue"/>
                <a:sym typeface="Bebas Neue"/>
              </a:defRPr>
            </a:lvl6pPr>
            <a:lvl7pPr lvl="6" rtl="0" algn="ctr">
              <a:lnSpc>
                <a:spcPct val="100000"/>
              </a:lnSpc>
              <a:spcBef>
                <a:spcPts val="0"/>
              </a:spcBef>
              <a:spcAft>
                <a:spcPts val="0"/>
              </a:spcAft>
              <a:buNone/>
              <a:defRPr>
                <a:latin typeface="Bebas Neue"/>
                <a:ea typeface="Bebas Neue"/>
                <a:cs typeface="Bebas Neue"/>
                <a:sym typeface="Bebas Neue"/>
              </a:defRPr>
            </a:lvl7pPr>
            <a:lvl8pPr lvl="7" rtl="0" algn="ctr">
              <a:lnSpc>
                <a:spcPct val="100000"/>
              </a:lnSpc>
              <a:spcBef>
                <a:spcPts val="0"/>
              </a:spcBef>
              <a:spcAft>
                <a:spcPts val="0"/>
              </a:spcAft>
              <a:buNone/>
              <a:defRPr>
                <a:latin typeface="Bebas Neue"/>
                <a:ea typeface="Bebas Neue"/>
                <a:cs typeface="Bebas Neue"/>
                <a:sym typeface="Bebas Neue"/>
              </a:defRPr>
            </a:lvl8pPr>
            <a:lvl9pPr lvl="8" rtl="0" algn="ctr">
              <a:lnSpc>
                <a:spcPct val="100000"/>
              </a:lnSpc>
              <a:spcBef>
                <a:spcPts val="0"/>
              </a:spcBef>
              <a:spcAft>
                <a:spcPts val="0"/>
              </a:spcAft>
              <a:buNone/>
              <a:defRPr>
                <a:latin typeface="Bebas Neue"/>
                <a:ea typeface="Bebas Neue"/>
                <a:cs typeface="Bebas Neue"/>
                <a:sym typeface="Bebas Neue"/>
              </a:defRPr>
            </a:lvl9pPr>
          </a:lstStyle>
          <a:p/>
        </p:txBody>
      </p:sp>
      <p:sp>
        <p:nvSpPr>
          <p:cNvPr id="73" name="Google Shape;73;p13"/>
          <p:cNvSpPr txBox="1"/>
          <p:nvPr>
            <p:ph idx="3" type="subTitle"/>
          </p:nvPr>
        </p:nvSpPr>
        <p:spPr>
          <a:xfrm>
            <a:off x="1465040" y="2195840"/>
            <a:ext cx="2121900" cy="47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74" name="Google Shape;74;p13"/>
          <p:cNvSpPr txBox="1"/>
          <p:nvPr>
            <p:ph hasCustomPrompt="1" idx="4" type="title"/>
          </p:nvPr>
        </p:nvSpPr>
        <p:spPr>
          <a:xfrm>
            <a:off x="4542225" y="1354938"/>
            <a:ext cx="966000" cy="47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75" name="Google Shape;75;p13"/>
          <p:cNvSpPr txBox="1"/>
          <p:nvPr>
            <p:ph idx="5" type="subTitle"/>
          </p:nvPr>
        </p:nvSpPr>
        <p:spPr>
          <a:xfrm>
            <a:off x="4088025" y="1908702"/>
            <a:ext cx="1874400" cy="28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a:latin typeface="Bebas Neue"/>
                <a:ea typeface="Bebas Neue"/>
                <a:cs typeface="Bebas Neue"/>
                <a:sym typeface="Bebas Neue"/>
              </a:defRPr>
            </a:lvl2pPr>
            <a:lvl3pPr lvl="2" rtl="0" algn="ctr">
              <a:lnSpc>
                <a:spcPct val="100000"/>
              </a:lnSpc>
              <a:spcBef>
                <a:spcPts val="0"/>
              </a:spcBef>
              <a:spcAft>
                <a:spcPts val="0"/>
              </a:spcAft>
              <a:buNone/>
              <a:defRPr>
                <a:latin typeface="Bebas Neue"/>
                <a:ea typeface="Bebas Neue"/>
                <a:cs typeface="Bebas Neue"/>
                <a:sym typeface="Bebas Neue"/>
              </a:defRPr>
            </a:lvl3pPr>
            <a:lvl4pPr lvl="3" rtl="0" algn="ctr">
              <a:lnSpc>
                <a:spcPct val="100000"/>
              </a:lnSpc>
              <a:spcBef>
                <a:spcPts val="0"/>
              </a:spcBef>
              <a:spcAft>
                <a:spcPts val="0"/>
              </a:spcAft>
              <a:buNone/>
              <a:defRPr>
                <a:latin typeface="Bebas Neue"/>
                <a:ea typeface="Bebas Neue"/>
                <a:cs typeface="Bebas Neue"/>
                <a:sym typeface="Bebas Neue"/>
              </a:defRPr>
            </a:lvl4pPr>
            <a:lvl5pPr lvl="4" rtl="0" algn="ctr">
              <a:lnSpc>
                <a:spcPct val="100000"/>
              </a:lnSpc>
              <a:spcBef>
                <a:spcPts val="0"/>
              </a:spcBef>
              <a:spcAft>
                <a:spcPts val="0"/>
              </a:spcAft>
              <a:buNone/>
              <a:defRPr>
                <a:latin typeface="Bebas Neue"/>
                <a:ea typeface="Bebas Neue"/>
                <a:cs typeface="Bebas Neue"/>
                <a:sym typeface="Bebas Neue"/>
              </a:defRPr>
            </a:lvl5pPr>
            <a:lvl6pPr lvl="5" rtl="0" algn="ctr">
              <a:lnSpc>
                <a:spcPct val="100000"/>
              </a:lnSpc>
              <a:spcBef>
                <a:spcPts val="0"/>
              </a:spcBef>
              <a:spcAft>
                <a:spcPts val="0"/>
              </a:spcAft>
              <a:buNone/>
              <a:defRPr>
                <a:latin typeface="Bebas Neue"/>
                <a:ea typeface="Bebas Neue"/>
                <a:cs typeface="Bebas Neue"/>
                <a:sym typeface="Bebas Neue"/>
              </a:defRPr>
            </a:lvl6pPr>
            <a:lvl7pPr lvl="6" rtl="0" algn="ctr">
              <a:lnSpc>
                <a:spcPct val="100000"/>
              </a:lnSpc>
              <a:spcBef>
                <a:spcPts val="0"/>
              </a:spcBef>
              <a:spcAft>
                <a:spcPts val="0"/>
              </a:spcAft>
              <a:buNone/>
              <a:defRPr>
                <a:latin typeface="Bebas Neue"/>
                <a:ea typeface="Bebas Neue"/>
                <a:cs typeface="Bebas Neue"/>
                <a:sym typeface="Bebas Neue"/>
              </a:defRPr>
            </a:lvl7pPr>
            <a:lvl8pPr lvl="7" rtl="0" algn="ctr">
              <a:lnSpc>
                <a:spcPct val="100000"/>
              </a:lnSpc>
              <a:spcBef>
                <a:spcPts val="0"/>
              </a:spcBef>
              <a:spcAft>
                <a:spcPts val="0"/>
              </a:spcAft>
              <a:buNone/>
              <a:defRPr>
                <a:latin typeface="Bebas Neue"/>
                <a:ea typeface="Bebas Neue"/>
                <a:cs typeface="Bebas Neue"/>
                <a:sym typeface="Bebas Neue"/>
              </a:defRPr>
            </a:lvl8pPr>
            <a:lvl9pPr lvl="8" rtl="0" algn="ctr">
              <a:lnSpc>
                <a:spcPct val="100000"/>
              </a:lnSpc>
              <a:spcBef>
                <a:spcPts val="0"/>
              </a:spcBef>
              <a:spcAft>
                <a:spcPts val="0"/>
              </a:spcAft>
              <a:buNone/>
              <a:defRPr>
                <a:latin typeface="Bebas Neue"/>
                <a:ea typeface="Bebas Neue"/>
                <a:cs typeface="Bebas Neue"/>
                <a:sym typeface="Bebas Neue"/>
              </a:defRPr>
            </a:lvl9pPr>
          </a:lstStyle>
          <a:p/>
        </p:txBody>
      </p:sp>
      <p:sp>
        <p:nvSpPr>
          <p:cNvPr id="76" name="Google Shape;76;p13"/>
          <p:cNvSpPr txBox="1"/>
          <p:nvPr>
            <p:ph idx="6" type="subTitle"/>
          </p:nvPr>
        </p:nvSpPr>
        <p:spPr>
          <a:xfrm>
            <a:off x="3852975" y="2195840"/>
            <a:ext cx="23445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77" name="Google Shape;77;p13"/>
          <p:cNvSpPr txBox="1"/>
          <p:nvPr>
            <p:ph hasCustomPrompt="1" idx="7" type="title"/>
          </p:nvPr>
        </p:nvSpPr>
        <p:spPr>
          <a:xfrm>
            <a:off x="6994306" y="1354938"/>
            <a:ext cx="966000" cy="47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78" name="Google Shape;78;p13"/>
          <p:cNvSpPr txBox="1"/>
          <p:nvPr>
            <p:ph idx="8" type="subTitle"/>
          </p:nvPr>
        </p:nvSpPr>
        <p:spPr>
          <a:xfrm>
            <a:off x="6541456" y="1908693"/>
            <a:ext cx="1871700" cy="28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a:latin typeface="Bebas Neue"/>
                <a:ea typeface="Bebas Neue"/>
                <a:cs typeface="Bebas Neue"/>
                <a:sym typeface="Bebas Neue"/>
              </a:defRPr>
            </a:lvl2pPr>
            <a:lvl3pPr lvl="2" rtl="0" algn="ctr">
              <a:lnSpc>
                <a:spcPct val="100000"/>
              </a:lnSpc>
              <a:spcBef>
                <a:spcPts val="0"/>
              </a:spcBef>
              <a:spcAft>
                <a:spcPts val="0"/>
              </a:spcAft>
              <a:buNone/>
              <a:defRPr>
                <a:latin typeface="Bebas Neue"/>
                <a:ea typeface="Bebas Neue"/>
                <a:cs typeface="Bebas Neue"/>
                <a:sym typeface="Bebas Neue"/>
              </a:defRPr>
            </a:lvl3pPr>
            <a:lvl4pPr lvl="3" rtl="0" algn="ctr">
              <a:lnSpc>
                <a:spcPct val="100000"/>
              </a:lnSpc>
              <a:spcBef>
                <a:spcPts val="0"/>
              </a:spcBef>
              <a:spcAft>
                <a:spcPts val="0"/>
              </a:spcAft>
              <a:buNone/>
              <a:defRPr>
                <a:latin typeface="Bebas Neue"/>
                <a:ea typeface="Bebas Neue"/>
                <a:cs typeface="Bebas Neue"/>
                <a:sym typeface="Bebas Neue"/>
              </a:defRPr>
            </a:lvl4pPr>
            <a:lvl5pPr lvl="4" rtl="0" algn="ctr">
              <a:lnSpc>
                <a:spcPct val="100000"/>
              </a:lnSpc>
              <a:spcBef>
                <a:spcPts val="0"/>
              </a:spcBef>
              <a:spcAft>
                <a:spcPts val="0"/>
              </a:spcAft>
              <a:buNone/>
              <a:defRPr>
                <a:latin typeface="Bebas Neue"/>
                <a:ea typeface="Bebas Neue"/>
                <a:cs typeface="Bebas Neue"/>
                <a:sym typeface="Bebas Neue"/>
              </a:defRPr>
            </a:lvl5pPr>
            <a:lvl6pPr lvl="5" rtl="0" algn="ctr">
              <a:lnSpc>
                <a:spcPct val="100000"/>
              </a:lnSpc>
              <a:spcBef>
                <a:spcPts val="0"/>
              </a:spcBef>
              <a:spcAft>
                <a:spcPts val="0"/>
              </a:spcAft>
              <a:buNone/>
              <a:defRPr>
                <a:latin typeface="Bebas Neue"/>
                <a:ea typeface="Bebas Neue"/>
                <a:cs typeface="Bebas Neue"/>
                <a:sym typeface="Bebas Neue"/>
              </a:defRPr>
            </a:lvl6pPr>
            <a:lvl7pPr lvl="6" rtl="0" algn="ctr">
              <a:lnSpc>
                <a:spcPct val="100000"/>
              </a:lnSpc>
              <a:spcBef>
                <a:spcPts val="0"/>
              </a:spcBef>
              <a:spcAft>
                <a:spcPts val="0"/>
              </a:spcAft>
              <a:buNone/>
              <a:defRPr>
                <a:latin typeface="Bebas Neue"/>
                <a:ea typeface="Bebas Neue"/>
                <a:cs typeface="Bebas Neue"/>
                <a:sym typeface="Bebas Neue"/>
              </a:defRPr>
            </a:lvl7pPr>
            <a:lvl8pPr lvl="7" rtl="0" algn="ctr">
              <a:lnSpc>
                <a:spcPct val="100000"/>
              </a:lnSpc>
              <a:spcBef>
                <a:spcPts val="0"/>
              </a:spcBef>
              <a:spcAft>
                <a:spcPts val="0"/>
              </a:spcAft>
              <a:buNone/>
              <a:defRPr>
                <a:latin typeface="Bebas Neue"/>
                <a:ea typeface="Bebas Neue"/>
                <a:cs typeface="Bebas Neue"/>
                <a:sym typeface="Bebas Neue"/>
              </a:defRPr>
            </a:lvl8pPr>
            <a:lvl9pPr lvl="8" rtl="0" algn="ctr">
              <a:lnSpc>
                <a:spcPct val="100000"/>
              </a:lnSpc>
              <a:spcBef>
                <a:spcPts val="0"/>
              </a:spcBef>
              <a:spcAft>
                <a:spcPts val="0"/>
              </a:spcAft>
              <a:buNone/>
              <a:defRPr>
                <a:latin typeface="Bebas Neue"/>
                <a:ea typeface="Bebas Neue"/>
                <a:cs typeface="Bebas Neue"/>
                <a:sym typeface="Bebas Neue"/>
              </a:defRPr>
            </a:lvl9pPr>
          </a:lstStyle>
          <a:p/>
        </p:txBody>
      </p:sp>
      <p:sp>
        <p:nvSpPr>
          <p:cNvPr id="79" name="Google Shape;79;p13"/>
          <p:cNvSpPr txBox="1"/>
          <p:nvPr>
            <p:ph idx="9" type="subTitle"/>
          </p:nvPr>
        </p:nvSpPr>
        <p:spPr>
          <a:xfrm>
            <a:off x="6343756" y="2195840"/>
            <a:ext cx="2267100" cy="47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80" name="Google Shape;80;p13"/>
          <p:cNvSpPr txBox="1"/>
          <p:nvPr>
            <p:ph hasCustomPrompt="1" idx="13" type="title"/>
          </p:nvPr>
        </p:nvSpPr>
        <p:spPr>
          <a:xfrm>
            <a:off x="2042990" y="3241327"/>
            <a:ext cx="9660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81" name="Google Shape;81;p13"/>
          <p:cNvSpPr txBox="1"/>
          <p:nvPr>
            <p:ph idx="14" type="subTitle"/>
          </p:nvPr>
        </p:nvSpPr>
        <p:spPr>
          <a:xfrm>
            <a:off x="1588790" y="3830925"/>
            <a:ext cx="1874400" cy="283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a:solidFill>
                  <a:schemeClr val="dk1"/>
                </a:solidFill>
                <a:latin typeface="Bebas Neue"/>
                <a:ea typeface="Bebas Neue"/>
                <a:cs typeface="Bebas Neue"/>
                <a:sym typeface="Bebas Neue"/>
              </a:defRPr>
            </a:lvl1pPr>
            <a:lvl2pPr lvl="1" rtl="0" algn="ctr">
              <a:spcBef>
                <a:spcPts val="0"/>
              </a:spcBef>
              <a:spcAft>
                <a:spcPts val="0"/>
              </a:spcAft>
              <a:buNone/>
              <a:defRPr>
                <a:latin typeface="Bebas Neue"/>
                <a:ea typeface="Bebas Neue"/>
                <a:cs typeface="Bebas Neue"/>
                <a:sym typeface="Bebas Neue"/>
              </a:defRPr>
            </a:lvl2pPr>
            <a:lvl3pPr lvl="2" rtl="0" algn="ctr">
              <a:spcBef>
                <a:spcPts val="0"/>
              </a:spcBef>
              <a:spcAft>
                <a:spcPts val="0"/>
              </a:spcAft>
              <a:buNone/>
              <a:defRPr>
                <a:latin typeface="Bebas Neue"/>
                <a:ea typeface="Bebas Neue"/>
                <a:cs typeface="Bebas Neue"/>
                <a:sym typeface="Bebas Neue"/>
              </a:defRPr>
            </a:lvl3pPr>
            <a:lvl4pPr lvl="3" rtl="0" algn="ctr">
              <a:spcBef>
                <a:spcPts val="0"/>
              </a:spcBef>
              <a:spcAft>
                <a:spcPts val="0"/>
              </a:spcAft>
              <a:buNone/>
              <a:defRPr>
                <a:latin typeface="Bebas Neue"/>
                <a:ea typeface="Bebas Neue"/>
                <a:cs typeface="Bebas Neue"/>
                <a:sym typeface="Bebas Neue"/>
              </a:defRPr>
            </a:lvl4pPr>
            <a:lvl5pPr lvl="4" rtl="0" algn="ctr">
              <a:spcBef>
                <a:spcPts val="0"/>
              </a:spcBef>
              <a:spcAft>
                <a:spcPts val="0"/>
              </a:spcAft>
              <a:buNone/>
              <a:defRPr>
                <a:latin typeface="Bebas Neue"/>
                <a:ea typeface="Bebas Neue"/>
                <a:cs typeface="Bebas Neue"/>
                <a:sym typeface="Bebas Neue"/>
              </a:defRPr>
            </a:lvl5pPr>
            <a:lvl6pPr lvl="5" rtl="0" algn="ctr">
              <a:spcBef>
                <a:spcPts val="0"/>
              </a:spcBef>
              <a:spcAft>
                <a:spcPts val="0"/>
              </a:spcAft>
              <a:buNone/>
              <a:defRPr>
                <a:latin typeface="Bebas Neue"/>
                <a:ea typeface="Bebas Neue"/>
                <a:cs typeface="Bebas Neue"/>
                <a:sym typeface="Bebas Neue"/>
              </a:defRPr>
            </a:lvl6pPr>
            <a:lvl7pPr lvl="6" rtl="0" algn="ctr">
              <a:spcBef>
                <a:spcPts val="0"/>
              </a:spcBef>
              <a:spcAft>
                <a:spcPts val="0"/>
              </a:spcAft>
              <a:buNone/>
              <a:defRPr>
                <a:latin typeface="Bebas Neue"/>
                <a:ea typeface="Bebas Neue"/>
                <a:cs typeface="Bebas Neue"/>
                <a:sym typeface="Bebas Neue"/>
              </a:defRPr>
            </a:lvl7pPr>
            <a:lvl8pPr lvl="7" rtl="0" algn="ctr">
              <a:spcBef>
                <a:spcPts val="0"/>
              </a:spcBef>
              <a:spcAft>
                <a:spcPts val="0"/>
              </a:spcAft>
              <a:buNone/>
              <a:defRPr>
                <a:latin typeface="Bebas Neue"/>
                <a:ea typeface="Bebas Neue"/>
                <a:cs typeface="Bebas Neue"/>
                <a:sym typeface="Bebas Neue"/>
              </a:defRPr>
            </a:lvl8pPr>
            <a:lvl9pPr lvl="8" rtl="0" algn="ctr">
              <a:spcBef>
                <a:spcPts val="0"/>
              </a:spcBef>
              <a:spcAft>
                <a:spcPts val="0"/>
              </a:spcAft>
              <a:buNone/>
              <a:defRPr>
                <a:latin typeface="Bebas Neue"/>
                <a:ea typeface="Bebas Neue"/>
                <a:cs typeface="Bebas Neue"/>
                <a:sym typeface="Bebas Neue"/>
              </a:defRPr>
            </a:lvl9pPr>
          </a:lstStyle>
          <a:p/>
        </p:txBody>
      </p:sp>
      <p:sp>
        <p:nvSpPr>
          <p:cNvPr id="82" name="Google Shape;82;p13"/>
          <p:cNvSpPr txBox="1"/>
          <p:nvPr>
            <p:ph idx="15" type="subTitle"/>
          </p:nvPr>
        </p:nvSpPr>
        <p:spPr>
          <a:xfrm>
            <a:off x="1465040" y="4089824"/>
            <a:ext cx="21219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83" name="Google Shape;83;p13"/>
          <p:cNvSpPr txBox="1"/>
          <p:nvPr>
            <p:ph hasCustomPrompt="1" idx="16" type="title"/>
          </p:nvPr>
        </p:nvSpPr>
        <p:spPr>
          <a:xfrm>
            <a:off x="4542225" y="3241327"/>
            <a:ext cx="9660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84" name="Google Shape;84;p13"/>
          <p:cNvSpPr txBox="1"/>
          <p:nvPr>
            <p:ph idx="17" type="subTitle"/>
          </p:nvPr>
        </p:nvSpPr>
        <p:spPr>
          <a:xfrm>
            <a:off x="4089375" y="3830925"/>
            <a:ext cx="1871700" cy="283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a:solidFill>
                  <a:schemeClr val="dk1"/>
                </a:solidFill>
                <a:latin typeface="Bebas Neue"/>
                <a:ea typeface="Bebas Neue"/>
                <a:cs typeface="Bebas Neue"/>
                <a:sym typeface="Bebas Neue"/>
              </a:defRPr>
            </a:lvl1pPr>
            <a:lvl2pPr lvl="1" rtl="0" algn="ctr">
              <a:spcBef>
                <a:spcPts val="0"/>
              </a:spcBef>
              <a:spcAft>
                <a:spcPts val="0"/>
              </a:spcAft>
              <a:buNone/>
              <a:defRPr>
                <a:latin typeface="Bebas Neue"/>
                <a:ea typeface="Bebas Neue"/>
                <a:cs typeface="Bebas Neue"/>
                <a:sym typeface="Bebas Neue"/>
              </a:defRPr>
            </a:lvl2pPr>
            <a:lvl3pPr lvl="2" rtl="0" algn="ctr">
              <a:spcBef>
                <a:spcPts val="0"/>
              </a:spcBef>
              <a:spcAft>
                <a:spcPts val="0"/>
              </a:spcAft>
              <a:buNone/>
              <a:defRPr>
                <a:latin typeface="Bebas Neue"/>
                <a:ea typeface="Bebas Neue"/>
                <a:cs typeface="Bebas Neue"/>
                <a:sym typeface="Bebas Neue"/>
              </a:defRPr>
            </a:lvl3pPr>
            <a:lvl4pPr lvl="3" rtl="0" algn="ctr">
              <a:spcBef>
                <a:spcPts val="0"/>
              </a:spcBef>
              <a:spcAft>
                <a:spcPts val="0"/>
              </a:spcAft>
              <a:buNone/>
              <a:defRPr>
                <a:latin typeface="Bebas Neue"/>
                <a:ea typeface="Bebas Neue"/>
                <a:cs typeface="Bebas Neue"/>
                <a:sym typeface="Bebas Neue"/>
              </a:defRPr>
            </a:lvl4pPr>
            <a:lvl5pPr lvl="4" rtl="0" algn="ctr">
              <a:spcBef>
                <a:spcPts val="0"/>
              </a:spcBef>
              <a:spcAft>
                <a:spcPts val="0"/>
              </a:spcAft>
              <a:buNone/>
              <a:defRPr>
                <a:latin typeface="Bebas Neue"/>
                <a:ea typeface="Bebas Neue"/>
                <a:cs typeface="Bebas Neue"/>
                <a:sym typeface="Bebas Neue"/>
              </a:defRPr>
            </a:lvl5pPr>
            <a:lvl6pPr lvl="5" rtl="0" algn="ctr">
              <a:spcBef>
                <a:spcPts val="0"/>
              </a:spcBef>
              <a:spcAft>
                <a:spcPts val="0"/>
              </a:spcAft>
              <a:buNone/>
              <a:defRPr>
                <a:latin typeface="Bebas Neue"/>
                <a:ea typeface="Bebas Neue"/>
                <a:cs typeface="Bebas Neue"/>
                <a:sym typeface="Bebas Neue"/>
              </a:defRPr>
            </a:lvl6pPr>
            <a:lvl7pPr lvl="6" rtl="0" algn="ctr">
              <a:spcBef>
                <a:spcPts val="0"/>
              </a:spcBef>
              <a:spcAft>
                <a:spcPts val="0"/>
              </a:spcAft>
              <a:buNone/>
              <a:defRPr>
                <a:latin typeface="Bebas Neue"/>
                <a:ea typeface="Bebas Neue"/>
                <a:cs typeface="Bebas Neue"/>
                <a:sym typeface="Bebas Neue"/>
              </a:defRPr>
            </a:lvl7pPr>
            <a:lvl8pPr lvl="7" rtl="0" algn="ctr">
              <a:spcBef>
                <a:spcPts val="0"/>
              </a:spcBef>
              <a:spcAft>
                <a:spcPts val="0"/>
              </a:spcAft>
              <a:buNone/>
              <a:defRPr>
                <a:latin typeface="Bebas Neue"/>
                <a:ea typeface="Bebas Neue"/>
                <a:cs typeface="Bebas Neue"/>
                <a:sym typeface="Bebas Neue"/>
              </a:defRPr>
            </a:lvl8pPr>
            <a:lvl9pPr lvl="8" rtl="0" algn="ctr">
              <a:spcBef>
                <a:spcPts val="0"/>
              </a:spcBef>
              <a:spcAft>
                <a:spcPts val="0"/>
              </a:spcAft>
              <a:buNone/>
              <a:defRPr>
                <a:latin typeface="Bebas Neue"/>
                <a:ea typeface="Bebas Neue"/>
                <a:cs typeface="Bebas Neue"/>
                <a:sym typeface="Bebas Neue"/>
              </a:defRPr>
            </a:lvl9pPr>
          </a:lstStyle>
          <a:p/>
        </p:txBody>
      </p:sp>
      <p:sp>
        <p:nvSpPr>
          <p:cNvPr id="85" name="Google Shape;85;p13"/>
          <p:cNvSpPr txBox="1"/>
          <p:nvPr>
            <p:ph idx="18" type="subTitle"/>
          </p:nvPr>
        </p:nvSpPr>
        <p:spPr>
          <a:xfrm>
            <a:off x="3919575" y="4091377"/>
            <a:ext cx="22113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86" name="Google Shape;86;p13"/>
          <p:cNvSpPr txBox="1"/>
          <p:nvPr>
            <p:ph hasCustomPrompt="1" idx="19" type="title"/>
          </p:nvPr>
        </p:nvSpPr>
        <p:spPr>
          <a:xfrm>
            <a:off x="6994306" y="3241327"/>
            <a:ext cx="9660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87" name="Google Shape;87;p13"/>
          <p:cNvSpPr txBox="1"/>
          <p:nvPr>
            <p:ph idx="20" type="subTitle"/>
          </p:nvPr>
        </p:nvSpPr>
        <p:spPr>
          <a:xfrm>
            <a:off x="6541456" y="3830925"/>
            <a:ext cx="1871700" cy="283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a:solidFill>
                  <a:schemeClr val="dk1"/>
                </a:solidFill>
                <a:latin typeface="Bebas Neue"/>
                <a:ea typeface="Bebas Neue"/>
                <a:cs typeface="Bebas Neue"/>
                <a:sym typeface="Bebas Neue"/>
              </a:defRPr>
            </a:lvl1pPr>
            <a:lvl2pPr lvl="1" rtl="0" algn="ctr">
              <a:spcBef>
                <a:spcPts val="0"/>
              </a:spcBef>
              <a:spcAft>
                <a:spcPts val="0"/>
              </a:spcAft>
              <a:buNone/>
              <a:defRPr>
                <a:latin typeface="Bebas Neue"/>
                <a:ea typeface="Bebas Neue"/>
                <a:cs typeface="Bebas Neue"/>
                <a:sym typeface="Bebas Neue"/>
              </a:defRPr>
            </a:lvl2pPr>
            <a:lvl3pPr lvl="2" rtl="0" algn="ctr">
              <a:spcBef>
                <a:spcPts val="0"/>
              </a:spcBef>
              <a:spcAft>
                <a:spcPts val="0"/>
              </a:spcAft>
              <a:buNone/>
              <a:defRPr>
                <a:latin typeface="Bebas Neue"/>
                <a:ea typeface="Bebas Neue"/>
                <a:cs typeface="Bebas Neue"/>
                <a:sym typeface="Bebas Neue"/>
              </a:defRPr>
            </a:lvl3pPr>
            <a:lvl4pPr lvl="3" rtl="0" algn="ctr">
              <a:spcBef>
                <a:spcPts val="0"/>
              </a:spcBef>
              <a:spcAft>
                <a:spcPts val="0"/>
              </a:spcAft>
              <a:buNone/>
              <a:defRPr>
                <a:latin typeface="Bebas Neue"/>
                <a:ea typeface="Bebas Neue"/>
                <a:cs typeface="Bebas Neue"/>
                <a:sym typeface="Bebas Neue"/>
              </a:defRPr>
            </a:lvl4pPr>
            <a:lvl5pPr lvl="4" rtl="0" algn="ctr">
              <a:spcBef>
                <a:spcPts val="0"/>
              </a:spcBef>
              <a:spcAft>
                <a:spcPts val="0"/>
              </a:spcAft>
              <a:buNone/>
              <a:defRPr>
                <a:latin typeface="Bebas Neue"/>
                <a:ea typeface="Bebas Neue"/>
                <a:cs typeface="Bebas Neue"/>
                <a:sym typeface="Bebas Neue"/>
              </a:defRPr>
            </a:lvl5pPr>
            <a:lvl6pPr lvl="5" rtl="0" algn="ctr">
              <a:spcBef>
                <a:spcPts val="0"/>
              </a:spcBef>
              <a:spcAft>
                <a:spcPts val="0"/>
              </a:spcAft>
              <a:buNone/>
              <a:defRPr>
                <a:latin typeface="Bebas Neue"/>
                <a:ea typeface="Bebas Neue"/>
                <a:cs typeface="Bebas Neue"/>
                <a:sym typeface="Bebas Neue"/>
              </a:defRPr>
            </a:lvl6pPr>
            <a:lvl7pPr lvl="6" rtl="0" algn="ctr">
              <a:spcBef>
                <a:spcPts val="0"/>
              </a:spcBef>
              <a:spcAft>
                <a:spcPts val="0"/>
              </a:spcAft>
              <a:buNone/>
              <a:defRPr>
                <a:latin typeface="Bebas Neue"/>
                <a:ea typeface="Bebas Neue"/>
                <a:cs typeface="Bebas Neue"/>
                <a:sym typeface="Bebas Neue"/>
              </a:defRPr>
            </a:lvl7pPr>
            <a:lvl8pPr lvl="7" rtl="0" algn="ctr">
              <a:spcBef>
                <a:spcPts val="0"/>
              </a:spcBef>
              <a:spcAft>
                <a:spcPts val="0"/>
              </a:spcAft>
              <a:buNone/>
              <a:defRPr>
                <a:latin typeface="Bebas Neue"/>
                <a:ea typeface="Bebas Neue"/>
                <a:cs typeface="Bebas Neue"/>
                <a:sym typeface="Bebas Neue"/>
              </a:defRPr>
            </a:lvl8pPr>
            <a:lvl9pPr lvl="8" rtl="0" algn="ctr">
              <a:spcBef>
                <a:spcPts val="0"/>
              </a:spcBef>
              <a:spcAft>
                <a:spcPts val="0"/>
              </a:spcAft>
              <a:buNone/>
              <a:defRPr>
                <a:latin typeface="Bebas Neue"/>
                <a:ea typeface="Bebas Neue"/>
                <a:cs typeface="Bebas Neue"/>
                <a:sym typeface="Bebas Neue"/>
              </a:defRPr>
            </a:lvl9pPr>
          </a:lstStyle>
          <a:p/>
        </p:txBody>
      </p:sp>
      <p:sp>
        <p:nvSpPr>
          <p:cNvPr id="88" name="Google Shape;88;p13"/>
          <p:cNvSpPr txBox="1"/>
          <p:nvPr>
            <p:ph idx="21" type="subTitle"/>
          </p:nvPr>
        </p:nvSpPr>
        <p:spPr>
          <a:xfrm>
            <a:off x="6371656" y="4091377"/>
            <a:ext cx="22113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_1">
    <p:spTree>
      <p:nvGrpSpPr>
        <p:cNvPr id="89" name="Shape 89"/>
        <p:cNvGrpSpPr/>
        <p:nvPr/>
      </p:nvGrpSpPr>
      <p:grpSpPr>
        <a:xfrm>
          <a:off x="0" y="0"/>
          <a:ext cx="0" cy="0"/>
          <a:chOff x="0" y="0"/>
          <a:chExt cx="0" cy="0"/>
        </a:xfrm>
      </p:grpSpPr>
      <p:sp>
        <p:nvSpPr>
          <p:cNvPr id="90" name="Google Shape;90;p14"/>
          <p:cNvSpPr/>
          <p:nvPr/>
        </p:nvSpPr>
        <p:spPr>
          <a:xfrm>
            <a:off x="150" y="2074046"/>
            <a:ext cx="9144000" cy="1011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 name="Google Shape;91;p14"/>
          <p:cNvCxnSpPr/>
          <p:nvPr/>
        </p:nvCxnSpPr>
        <p:spPr>
          <a:xfrm>
            <a:off x="107975" y="2076050"/>
            <a:ext cx="0" cy="1011000"/>
          </a:xfrm>
          <a:prstGeom prst="straightConnector1">
            <a:avLst/>
          </a:prstGeom>
          <a:noFill/>
          <a:ln cap="flat" cmpd="sng" w="19050">
            <a:solidFill>
              <a:schemeClr val="dk2"/>
            </a:solidFill>
            <a:prstDash val="solid"/>
            <a:round/>
            <a:headEnd len="med" w="med" type="none"/>
            <a:tailEnd len="med" w="med" type="none"/>
          </a:ln>
        </p:spPr>
      </p:cxnSp>
      <p:cxnSp>
        <p:nvCxnSpPr>
          <p:cNvPr id="92" name="Google Shape;92;p14"/>
          <p:cNvCxnSpPr/>
          <p:nvPr/>
        </p:nvCxnSpPr>
        <p:spPr>
          <a:xfrm>
            <a:off x="9040374" y="2076050"/>
            <a:ext cx="0" cy="1011000"/>
          </a:xfrm>
          <a:prstGeom prst="straightConnector1">
            <a:avLst/>
          </a:prstGeom>
          <a:noFill/>
          <a:ln cap="flat" cmpd="sng" w="19050">
            <a:solidFill>
              <a:schemeClr val="dk2"/>
            </a:solidFill>
            <a:prstDash val="solid"/>
            <a:round/>
            <a:headEnd len="med" w="med" type="none"/>
            <a:tailEnd len="med" w="med" type="none"/>
          </a:ln>
        </p:spPr>
      </p:cxnSp>
      <p:sp>
        <p:nvSpPr>
          <p:cNvPr id="93" name="Google Shape;93;p14"/>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txBox="1"/>
          <p:nvPr>
            <p:ph type="title"/>
          </p:nvPr>
        </p:nvSpPr>
        <p:spPr>
          <a:xfrm>
            <a:off x="2646000" y="2214851"/>
            <a:ext cx="3852000" cy="723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5" name="Google Shape;95;p14"/>
          <p:cNvSpPr txBox="1"/>
          <p:nvPr>
            <p:ph hasCustomPrompt="1" idx="2" type="title"/>
          </p:nvPr>
        </p:nvSpPr>
        <p:spPr>
          <a:xfrm>
            <a:off x="2179558" y="591141"/>
            <a:ext cx="2340900" cy="47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96" name="Google Shape;96;p14"/>
          <p:cNvSpPr txBox="1"/>
          <p:nvPr>
            <p:ph idx="1" type="subTitle"/>
          </p:nvPr>
        </p:nvSpPr>
        <p:spPr>
          <a:xfrm>
            <a:off x="2179558" y="1185101"/>
            <a:ext cx="2340900" cy="27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a:latin typeface="Bebas Neue"/>
                <a:ea typeface="Bebas Neue"/>
                <a:cs typeface="Bebas Neue"/>
                <a:sym typeface="Bebas Neue"/>
              </a:defRPr>
            </a:lvl2pPr>
            <a:lvl3pPr lvl="2" rtl="0" algn="ctr">
              <a:lnSpc>
                <a:spcPct val="100000"/>
              </a:lnSpc>
              <a:spcBef>
                <a:spcPts val="0"/>
              </a:spcBef>
              <a:spcAft>
                <a:spcPts val="0"/>
              </a:spcAft>
              <a:buNone/>
              <a:defRPr>
                <a:latin typeface="Bebas Neue"/>
                <a:ea typeface="Bebas Neue"/>
                <a:cs typeface="Bebas Neue"/>
                <a:sym typeface="Bebas Neue"/>
              </a:defRPr>
            </a:lvl3pPr>
            <a:lvl4pPr lvl="3" rtl="0" algn="ctr">
              <a:lnSpc>
                <a:spcPct val="100000"/>
              </a:lnSpc>
              <a:spcBef>
                <a:spcPts val="0"/>
              </a:spcBef>
              <a:spcAft>
                <a:spcPts val="0"/>
              </a:spcAft>
              <a:buNone/>
              <a:defRPr>
                <a:latin typeface="Bebas Neue"/>
                <a:ea typeface="Bebas Neue"/>
                <a:cs typeface="Bebas Neue"/>
                <a:sym typeface="Bebas Neue"/>
              </a:defRPr>
            </a:lvl4pPr>
            <a:lvl5pPr lvl="4" rtl="0" algn="ctr">
              <a:lnSpc>
                <a:spcPct val="100000"/>
              </a:lnSpc>
              <a:spcBef>
                <a:spcPts val="0"/>
              </a:spcBef>
              <a:spcAft>
                <a:spcPts val="0"/>
              </a:spcAft>
              <a:buNone/>
              <a:defRPr>
                <a:latin typeface="Bebas Neue"/>
                <a:ea typeface="Bebas Neue"/>
                <a:cs typeface="Bebas Neue"/>
                <a:sym typeface="Bebas Neue"/>
              </a:defRPr>
            </a:lvl5pPr>
            <a:lvl6pPr lvl="5" rtl="0" algn="ctr">
              <a:lnSpc>
                <a:spcPct val="100000"/>
              </a:lnSpc>
              <a:spcBef>
                <a:spcPts val="0"/>
              </a:spcBef>
              <a:spcAft>
                <a:spcPts val="0"/>
              </a:spcAft>
              <a:buNone/>
              <a:defRPr>
                <a:latin typeface="Bebas Neue"/>
                <a:ea typeface="Bebas Neue"/>
                <a:cs typeface="Bebas Neue"/>
                <a:sym typeface="Bebas Neue"/>
              </a:defRPr>
            </a:lvl6pPr>
            <a:lvl7pPr lvl="6" rtl="0" algn="ctr">
              <a:lnSpc>
                <a:spcPct val="100000"/>
              </a:lnSpc>
              <a:spcBef>
                <a:spcPts val="0"/>
              </a:spcBef>
              <a:spcAft>
                <a:spcPts val="0"/>
              </a:spcAft>
              <a:buNone/>
              <a:defRPr>
                <a:latin typeface="Bebas Neue"/>
                <a:ea typeface="Bebas Neue"/>
                <a:cs typeface="Bebas Neue"/>
                <a:sym typeface="Bebas Neue"/>
              </a:defRPr>
            </a:lvl7pPr>
            <a:lvl8pPr lvl="7" rtl="0" algn="ctr">
              <a:lnSpc>
                <a:spcPct val="100000"/>
              </a:lnSpc>
              <a:spcBef>
                <a:spcPts val="0"/>
              </a:spcBef>
              <a:spcAft>
                <a:spcPts val="0"/>
              </a:spcAft>
              <a:buNone/>
              <a:defRPr>
                <a:latin typeface="Bebas Neue"/>
                <a:ea typeface="Bebas Neue"/>
                <a:cs typeface="Bebas Neue"/>
                <a:sym typeface="Bebas Neue"/>
              </a:defRPr>
            </a:lvl8pPr>
            <a:lvl9pPr lvl="8" rtl="0" algn="ctr">
              <a:lnSpc>
                <a:spcPct val="100000"/>
              </a:lnSpc>
              <a:spcBef>
                <a:spcPts val="0"/>
              </a:spcBef>
              <a:spcAft>
                <a:spcPts val="0"/>
              </a:spcAft>
              <a:buNone/>
              <a:defRPr>
                <a:latin typeface="Bebas Neue"/>
                <a:ea typeface="Bebas Neue"/>
                <a:cs typeface="Bebas Neue"/>
                <a:sym typeface="Bebas Neue"/>
              </a:defRPr>
            </a:lvl9pPr>
          </a:lstStyle>
          <a:p/>
        </p:txBody>
      </p:sp>
      <p:sp>
        <p:nvSpPr>
          <p:cNvPr id="97" name="Google Shape;97;p14"/>
          <p:cNvSpPr txBox="1"/>
          <p:nvPr>
            <p:ph idx="3" type="subTitle"/>
          </p:nvPr>
        </p:nvSpPr>
        <p:spPr>
          <a:xfrm>
            <a:off x="2179558" y="1480453"/>
            <a:ext cx="2340900" cy="47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98" name="Google Shape;98;p14"/>
          <p:cNvSpPr txBox="1"/>
          <p:nvPr>
            <p:ph hasCustomPrompt="1" idx="4" type="title"/>
          </p:nvPr>
        </p:nvSpPr>
        <p:spPr>
          <a:xfrm>
            <a:off x="4623144" y="591141"/>
            <a:ext cx="2340900" cy="47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99" name="Google Shape;99;p14"/>
          <p:cNvSpPr txBox="1"/>
          <p:nvPr>
            <p:ph idx="5" type="subTitle"/>
          </p:nvPr>
        </p:nvSpPr>
        <p:spPr>
          <a:xfrm>
            <a:off x="4623144" y="1177178"/>
            <a:ext cx="2340900" cy="28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a:solidFill>
                  <a:schemeClr val="dk1"/>
                </a:solidFill>
                <a:latin typeface="Bebas Neue"/>
                <a:ea typeface="Bebas Neue"/>
                <a:cs typeface="Bebas Neue"/>
                <a:sym typeface="Bebas Neue"/>
              </a:defRPr>
            </a:lvl2pPr>
            <a:lvl3pPr lvl="2" rtl="0" algn="ctr">
              <a:lnSpc>
                <a:spcPct val="100000"/>
              </a:lnSpc>
              <a:spcBef>
                <a:spcPts val="0"/>
              </a:spcBef>
              <a:spcAft>
                <a:spcPts val="0"/>
              </a:spcAft>
              <a:buNone/>
              <a:defRPr>
                <a:solidFill>
                  <a:schemeClr val="dk1"/>
                </a:solidFill>
                <a:latin typeface="Bebas Neue"/>
                <a:ea typeface="Bebas Neue"/>
                <a:cs typeface="Bebas Neue"/>
                <a:sym typeface="Bebas Neue"/>
              </a:defRPr>
            </a:lvl3pPr>
            <a:lvl4pPr lvl="3" rtl="0" algn="ctr">
              <a:lnSpc>
                <a:spcPct val="100000"/>
              </a:lnSpc>
              <a:spcBef>
                <a:spcPts val="0"/>
              </a:spcBef>
              <a:spcAft>
                <a:spcPts val="0"/>
              </a:spcAft>
              <a:buNone/>
              <a:defRPr>
                <a:solidFill>
                  <a:schemeClr val="dk1"/>
                </a:solidFill>
                <a:latin typeface="Bebas Neue"/>
                <a:ea typeface="Bebas Neue"/>
                <a:cs typeface="Bebas Neue"/>
                <a:sym typeface="Bebas Neue"/>
              </a:defRPr>
            </a:lvl4pPr>
            <a:lvl5pPr lvl="4" rtl="0" algn="ctr">
              <a:lnSpc>
                <a:spcPct val="100000"/>
              </a:lnSpc>
              <a:spcBef>
                <a:spcPts val="0"/>
              </a:spcBef>
              <a:spcAft>
                <a:spcPts val="0"/>
              </a:spcAft>
              <a:buNone/>
              <a:defRPr>
                <a:solidFill>
                  <a:schemeClr val="dk1"/>
                </a:solidFill>
                <a:latin typeface="Bebas Neue"/>
                <a:ea typeface="Bebas Neue"/>
                <a:cs typeface="Bebas Neue"/>
                <a:sym typeface="Bebas Neue"/>
              </a:defRPr>
            </a:lvl5pPr>
            <a:lvl6pPr lvl="5" rtl="0" algn="ctr">
              <a:lnSpc>
                <a:spcPct val="100000"/>
              </a:lnSpc>
              <a:spcBef>
                <a:spcPts val="0"/>
              </a:spcBef>
              <a:spcAft>
                <a:spcPts val="0"/>
              </a:spcAft>
              <a:buNone/>
              <a:defRPr>
                <a:solidFill>
                  <a:schemeClr val="dk1"/>
                </a:solidFill>
                <a:latin typeface="Bebas Neue"/>
                <a:ea typeface="Bebas Neue"/>
                <a:cs typeface="Bebas Neue"/>
                <a:sym typeface="Bebas Neue"/>
              </a:defRPr>
            </a:lvl6pPr>
            <a:lvl7pPr lvl="6" rtl="0" algn="ctr">
              <a:lnSpc>
                <a:spcPct val="100000"/>
              </a:lnSpc>
              <a:spcBef>
                <a:spcPts val="0"/>
              </a:spcBef>
              <a:spcAft>
                <a:spcPts val="0"/>
              </a:spcAft>
              <a:buNone/>
              <a:defRPr>
                <a:solidFill>
                  <a:schemeClr val="dk1"/>
                </a:solidFill>
                <a:latin typeface="Bebas Neue"/>
                <a:ea typeface="Bebas Neue"/>
                <a:cs typeface="Bebas Neue"/>
                <a:sym typeface="Bebas Neue"/>
              </a:defRPr>
            </a:lvl7pPr>
            <a:lvl8pPr lvl="7" rtl="0" algn="ctr">
              <a:lnSpc>
                <a:spcPct val="100000"/>
              </a:lnSpc>
              <a:spcBef>
                <a:spcPts val="0"/>
              </a:spcBef>
              <a:spcAft>
                <a:spcPts val="0"/>
              </a:spcAft>
              <a:buNone/>
              <a:defRPr>
                <a:solidFill>
                  <a:schemeClr val="dk1"/>
                </a:solidFill>
                <a:latin typeface="Bebas Neue"/>
                <a:ea typeface="Bebas Neue"/>
                <a:cs typeface="Bebas Neue"/>
                <a:sym typeface="Bebas Neue"/>
              </a:defRPr>
            </a:lvl8pPr>
            <a:lvl9pPr lvl="8" rtl="0" algn="ctr">
              <a:lnSpc>
                <a:spcPct val="100000"/>
              </a:lnSpc>
              <a:spcBef>
                <a:spcPts val="0"/>
              </a:spcBef>
              <a:spcAft>
                <a:spcPts val="0"/>
              </a:spcAft>
              <a:buNone/>
              <a:defRPr>
                <a:solidFill>
                  <a:schemeClr val="dk1"/>
                </a:solidFill>
                <a:latin typeface="Bebas Neue"/>
                <a:ea typeface="Bebas Neue"/>
                <a:cs typeface="Bebas Neue"/>
                <a:sym typeface="Bebas Neue"/>
              </a:defRPr>
            </a:lvl9pPr>
          </a:lstStyle>
          <a:p/>
        </p:txBody>
      </p:sp>
      <p:sp>
        <p:nvSpPr>
          <p:cNvPr id="100" name="Google Shape;100;p14"/>
          <p:cNvSpPr txBox="1"/>
          <p:nvPr>
            <p:ph idx="6" type="subTitle"/>
          </p:nvPr>
        </p:nvSpPr>
        <p:spPr>
          <a:xfrm>
            <a:off x="4621344" y="1480453"/>
            <a:ext cx="23445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solidFill>
                  <a:schemeClr val="dk1"/>
                </a:solidFill>
              </a:defRPr>
            </a:lvl2pPr>
            <a:lvl3pPr lvl="2" rtl="0" algn="ctr">
              <a:lnSpc>
                <a:spcPct val="100000"/>
              </a:lnSpc>
              <a:spcBef>
                <a:spcPts val="0"/>
              </a:spcBef>
              <a:spcAft>
                <a:spcPts val="0"/>
              </a:spcAft>
              <a:buNone/>
              <a:defRPr sz="1400">
                <a:solidFill>
                  <a:schemeClr val="dk1"/>
                </a:solidFill>
              </a:defRPr>
            </a:lvl3pPr>
            <a:lvl4pPr lvl="3" rtl="0" algn="ctr">
              <a:lnSpc>
                <a:spcPct val="100000"/>
              </a:lnSpc>
              <a:spcBef>
                <a:spcPts val="0"/>
              </a:spcBef>
              <a:spcAft>
                <a:spcPts val="0"/>
              </a:spcAft>
              <a:buNone/>
              <a:defRPr sz="1400">
                <a:solidFill>
                  <a:schemeClr val="dk1"/>
                </a:solidFill>
              </a:defRPr>
            </a:lvl4pPr>
            <a:lvl5pPr lvl="4" rtl="0" algn="ctr">
              <a:lnSpc>
                <a:spcPct val="100000"/>
              </a:lnSpc>
              <a:spcBef>
                <a:spcPts val="0"/>
              </a:spcBef>
              <a:spcAft>
                <a:spcPts val="0"/>
              </a:spcAft>
              <a:buNone/>
              <a:defRPr sz="1400">
                <a:solidFill>
                  <a:schemeClr val="dk1"/>
                </a:solidFill>
              </a:defRPr>
            </a:lvl5pPr>
            <a:lvl6pPr lvl="5" rtl="0" algn="ctr">
              <a:lnSpc>
                <a:spcPct val="100000"/>
              </a:lnSpc>
              <a:spcBef>
                <a:spcPts val="0"/>
              </a:spcBef>
              <a:spcAft>
                <a:spcPts val="0"/>
              </a:spcAft>
              <a:buNone/>
              <a:defRPr sz="1400">
                <a:solidFill>
                  <a:schemeClr val="dk1"/>
                </a:solidFill>
              </a:defRPr>
            </a:lvl6pPr>
            <a:lvl7pPr lvl="6" rtl="0" algn="ctr">
              <a:lnSpc>
                <a:spcPct val="100000"/>
              </a:lnSpc>
              <a:spcBef>
                <a:spcPts val="0"/>
              </a:spcBef>
              <a:spcAft>
                <a:spcPts val="0"/>
              </a:spcAft>
              <a:buNone/>
              <a:defRPr sz="1400">
                <a:solidFill>
                  <a:schemeClr val="dk1"/>
                </a:solidFill>
              </a:defRPr>
            </a:lvl7pPr>
            <a:lvl8pPr lvl="7" rtl="0" algn="ctr">
              <a:lnSpc>
                <a:spcPct val="100000"/>
              </a:lnSpc>
              <a:spcBef>
                <a:spcPts val="0"/>
              </a:spcBef>
              <a:spcAft>
                <a:spcPts val="0"/>
              </a:spcAft>
              <a:buNone/>
              <a:defRPr sz="1400">
                <a:solidFill>
                  <a:schemeClr val="dk1"/>
                </a:solidFill>
              </a:defRPr>
            </a:lvl8pPr>
            <a:lvl9pPr lvl="8" rtl="0" algn="ctr">
              <a:lnSpc>
                <a:spcPct val="100000"/>
              </a:lnSpc>
              <a:spcBef>
                <a:spcPts val="0"/>
              </a:spcBef>
              <a:spcAft>
                <a:spcPts val="0"/>
              </a:spcAft>
              <a:buNone/>
              <a:defRPr sz="1400">
                <a:solidFill>
                  <a:schemeClr val="dk1"/>
                </a:solidFill>
              </a:defRPr>
            </a:lvl9pPr>
          </a:lstStyle>
          <a:p/>
        </p:txBody>
      </p:sp>
      <p:sp>
        <p:nvSpPr>
          <p:cNvPr id="101" name="Google Shape;101;p14"/>
          <p:cNvSpPr txBox="1"/>
          <p:nvPr>
            <p:ph hasCustomPrompt="1" idx="7" type="title"/>
          </p:nvPr>
        </p:nvSpPr>
        <p:spPr>
          <a:xfrm>
            <a:off x="2179558" y="3241327"/>
            <a:ext cx="23409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02" name="Google Shape;102;p14"/>
          <p:cNvSpPr txBox="1"/>
          <p:nvPr>
            <p:ph idx="8" type="subTitle"/>
          </p:nvPr>
        </p:nvSpPr>
        <p:spPr>
          <a:xfrm>
            <a:off x="2179558" y="3848406"/>
            <a:ext cx="2340900" cy="283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a:solidFill>
                  <a:schemeClr val="dk1"/>
                </a:solidFill>
                <a:latin typeface="Bebas Neue"/>
                <a:ea typeface="Bebas Neue"/>
                <a:cs typeface="Bebas Neue"/>
                <a:sym typeface="Bebas Neue"/>
              </a:defRPr>
            </a:lvl1pPr>
            <a:lvl2pPr lvl="1" rtl="0" algn="ctr">
              <a:spcBef>
                <a:spcPts val="0"/>
              </a:spcBef>
              <a:spcAft>
                <a:spcPts val="0"/>
              </a:spcAft>
              <a:buNone/>
              <a:defRPr>
                <a:latin typeface="Bebas Neue"/>
                <a:ea typeface="Bebas Neue"/>
                <a:cs typeface="Bebas Neue"/>
                <a:sym typeface="Bebas Neue"/>
              </a:defRPr>
            </a:lvl2pPr>
            <a:lvl3pPr lvl="2" rtl="0" algn="ctr">
              <a:spcBef>
                <a:spcPts val="0"/>
              </a:spcBef>
              <a:spcAft>
                <a:spcPts val="0"/>
              </a:spcAft>
              <a:buNone/>
              <a:defRPr>
                <a:latin typeface="Bebas Neue"/>
                <a:ea typeface="Bebas Neue"/>
                <a:cs typeface="Bebas Neue"/>
                <a:sym typeface="Bebas Neue"/>
              </a:defRPr>
            </a:lvl3pPr>
            <a:lvl4pPr lvl="3" rtl="0" algn="ctr">
              <a:spcBef>
                <a:spcPts val="0"/>
              </a:spcBef>
              <a:spcAft>
                <a:spcPts val="0"/>
              </a:spcAft>
              <a:buNone/>
              <a:defRPr>
                <a:latin typeface="Bebas Neue"/>
                <a:ea typeface="Bebas Neue"/>
                <a:cs typeface="Bebas Neue"/>
                <a:sym typeface="Bebas Neue"/>
              </a:defRPr>
            </a:lvl4pPr>
            <a:lvl5pPr lvl="4" rtl="0" algn="ctr">
              <a:spcBef>
                <a:spcPts val="0"/>
              </a:spcBef>
              <a:spcAft>
                <a:spcPts val="0"/>
              </a:spcAft>
              <a:buNone/>
              <a:defRPr>
                <a:latin typeface="Bebas Neue"/>
                <a:ea typeface="Bebas Neue"/>
                <a:cs typeface="Bebas Neue"/>
                <a:sym typeface="Bebas Neue"/>
              </a:defRPr>
            </a:lvl5pPr>
            <a:lvl6pPr lvl="5" rtl="0" algn="ctr">
              <a:spcBef>
                <a:spcPts val="0"/>
              </a:spcBef>
              <a:spcAft>
                <a:spcPts val="0"/>
              </a:spcAft>
              <a:buNone/>
              <a:defRPr>
                <a:latin typeface="Bebas Neue"/>
                <a:ea typeface="Bebas Neue"/>
                <a:cs typeface="Bebas Neue"/>
                <a:sym typeface="Bebas Neue"/>
              </a:defRPr>
            </a:lvl6pPr>
            <a:lvl7pPr lvl="6" rtl="0" algn="ctr">
              <a:spcBef>
                <a:spcPts val="0"/>
              </a:spcBef>
              <a:spcAft>
                <a:spcPts val="0"/>
              </a:spcAft>
              <a:buNone/>
              <a:defRPr>
                <a:latin typeface="Bebas Neue"/>
                <a:ea typeface="Bebas Neue"/>
                <a:cs typeface="Bebas Neue"/>
                <a:sym typeface="Bebas Neue"/>
              </a:defRPr>
            </a:lvl7pPr>
            <a:lvl8pPr lvl="7" rtl="0" algn="ctr">
              <a:spcBef>
                <a:spcPts val="0"/>
              </a:spcBef>
              <a:spcAft>
                <a:spcPts val="0"/>
              </a:spcAft>
              <a:buNone/>
              <a:defRPr>
                <a:latin typeface="Bebas Neue"/>
                <a:ea typeface="Bebas Neue"/>
                <a:cs typeface="Bebas Neue"/>
                <a:sym typeface="Bebas Neue"/>
              </a:defRPr>
            </a:lvl8pPr>
            <a:lvl9pPr lvl="8" rtl="0" algn="ctr">
              <a:spcBef>
                <a:spcPts val="0"/>
              </a:spcBef>
              <a:spcAft>
                <a:spcPts val="0"/>
              </a:spcAft>
              <a:buNone/>
              <a:defRPr>
                <a:latin typeface="Bebas Neue"/>
                <a:ea typeface="Bebas Neue"/>
                <a:cs typeface="Bebas Neue"/>
                <a:sym typeface="Bebas Neue"/>
              </a:defRPr>
            </a:lvl9pPr>
          </a:lstStyle>
          <a:p/>
        </p:txBody>
      </p:sp>
      <p:sp>
        <p:nvSpPr>
          <p:cNvPr id="103" name="Google Shape;103;p14"/>
          <p:cNvSpPr txBox="1"/>
          <p:nvPr>
            <p:ph idx="9" type="subTitle"/>
          </p:nvPr>
        </p:nvSpPr>
        <p:spPr>
          <a:xfrm>
            <a:off x="2179558" y="4132855"/>
            <a:ext cx="23409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104" name="Google Shape;104;p14"/>
          <p:cNvSpPr txBox="1"/>
          <p:nvPr>
            <p:ph hasCustomPrompt="1" idx="13" type="title"/>
          </p:nvPr>
        </p:nvSpPr>
        <p:spPr>
          <a:xfrm>
            <a:off x="4623144" y="3241327"/>
            <a:ext cx="23409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05" name="Google Shape;105;p14"/>
          <p:cNvSpPr txBox="1"/>
          <p:nvPr>
            <p:ph idx="14" type="subTitle"/>
          </p:nvPr>
        </p:nvSpPr>
        <p:spPr>
          <a:xfrm>
            <a:off x="4623144" y="3848406"/>
            <a:ext cx="2340900" cy="283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a:solidFill>
                  <a:schemeClr val="dk1"/>
                </a:solidFill>
                <a:latin typeface="Bebas Neue"/>
                <a:ea typeface="Bebas Neue"/>
                <a:cs typeface="Bebas Neue"/>
                <a:sym typeface="Bebas Neue"/>
              </a:defRPr>
            </a:lvl1pPr>
            <a:lvl2pPr lvl="1" rtl="0" algn="ctr">
              <a:spcBef>
                <a:spcPts val="0"/>
              </a:spcBef>
              <a:spcAft>
                <a:spcPts val="0"/>
              </a:spcAft>
              <a:buNone/>
              <a:defRPr>
                <a:solidFill>
                  <a:schemeClr val="dk1"/>
                </a:solidFill>
                <a:latin typeface="Bebas Neue"/>
                <a:ea typeface="Bebas Neue"/>
                <a:cs typeface="Bebas Neue"/>
                <a:sym typeface="Bebas Neue"/>
              </a:defRPr>
            </a:lvl2pPr>
            <a:lvl3pPr lvl="2" rtl="0" algn="ctr">
              <a:spcBef>
                <a:spcPts val="0"/>
              </a:spcBef>
              <a:spcAft>
                <a:spcPts val="0"/>
              </a:spcAft>
              <a:buNone/>
              <a:defRPr>
                <a:solidFill>
                  <a:schemeClr val="dk1"/>
                </a:solidFill>
                <a:latin typeface="Bebas Neue"/>
                <a:ea typeface="Bebas Neue"/>
                <a:cs typeface="Bebas Neue"/>
                <a:sym typeface="Bebas Neue"/>
              </a:defRPr>
            </a:lvl3pPr>
            <a:lvl4pPr lvl="3" rtl="0" algn="ctr">
              <a:spcBef>
                <a:spcPts val="0"/>
              </a:spcBef>
              <a:spcAft>
                <a:spcPts val="0"/>
              </a:spcAft>
              <a:buNone/>
              <a:defRPr>
                <a:solidFill>
                  <a:schemeClr val="dk1"/>
                </a:solidFill>
                <a:latin typeface="Bebas Neue"/>
                <a:ea typeface="Bebas Neue"/>
                <a:cs typeface="Bebas Neue"/>
                <a:sym typeface="Bebas Neue"/>
              </a:defRPr>
            </a:lvl4pPr>
            <a:lvl5pPr lvl="4" rtl="0" algn="ctr">
              <a:spcBef>
                <a:spcPts val="0"/>
              </a:spcBef>
              <a:spcAft>
                <a:spcPts val="0"/>
              </a:spcAft>
              <a:buNone/>
              <a:defRPr>
                <a:solidFill>
                  <a:schemeClr val="dk1"/>
                </a:solidFill>
                <a:latin typeface="Bebas Neue"/>
                <a:ea typeface="Bebas Neue"/>
                <a:cs typeface="Bebas Neue"/>
                <a:sym typeface="Bebas Neue"/>
              </a:defRPr>
            </a:lvl5pPr>
            <a:lvl6pPr lvl="5" rtl="0" algn="ctr">
              <a:spcBef>
                <a:spcPts val="0"/>
              </a:spcBef>
              <a:spcAft>
                <a:spcPts val="0"/>
              </a:spcAft>
              <a:buNone/>
              <a:defRPr>
                <a:solidFill>
                  <a:schemeClr val="dk1"/>
                </a:solidFill>
                <a:latin typeface="Bebas Neue"/>
                <a:ea typeface="Bebas Neue"/>
                <a:cs typeface="Bebas Neue"/>
                <a:sym typeface="Bebas Neue"/>
              </a:defRPr>
            </a:lvl6pPr>
            <a:lvl7pPr lvl="6" rtl="0" algn="ctr">
              <a:spcBef>
                <a:spcPts val="0"/>
              </a:spcBef>
              <a:spcAft>
                <a:spcPts val="0"/>
              </a:spcAft>
              <a:buNone/>
              <a:defRPr>
                <a:solidFill>
                  <a:schemeClr val="dk1"/>
                </a:solidFill>
                <a:latin typeface="Bebas Neue"/>
                <a:ea typeface="Bebas Neue"/>
                <a:cs typeface="Bebas Neue"/>
                <a:sym typeface="Bebas Neue"/>
              </a:defRPr>
            </a:lvl7pPr>
            <a:lvl8pPr lvl="7" rtl="0" algn="ctr">
              <a:spcBef>
                <a:spcPts val="0"/>
              </a:spcBef>
              <a:spcAft>
                <a:spcPts val="0"/>
              </a:spcAft>
              <a:buNone/>
              <a:defRPr>
                <a:solidFill>
                  <a:schemeClr val="dk1"/>
                </a:solidFill>
                <a:latin typeface="Bebas Neue"/>
                <a:ea typeface="Bebas Neue"/>
                <a:cs typeface="Bebas Neue"/>
                <a:sym typeface="Bebas Neue"/>
              </a:defRPr>
            </a:lvl8pPr>
            <a:lvl9pPr lvl="8" rtl="0" algn="ctr">
              <a:spcBef>
                <a:spcPts val="0"/>
              </a:spcBef>
              <a:spcAft>
                <a:spcPts val="0"/>
              </a:spcAft>
              <a:buNone/>
              <a:defRPr>
                <a:solidFill>
                  <a:schemeClr val="dk1"/>
                </a:solidFill>
                <a:latin typeface="Bebas Neue"/>
                <a:ea typeface="Bebas Neue"/>
                <a:cs typeface="Bebas Neue"/>
                <a:sym typeface="Bebas Neue"/>
              </a:defRPr>
            </a:lvl9pPr>
          </a:lstStyle>
          <a:p/>
        </p:txBody>
      </p:sp>
      <p:sp>
        <p:nvSpPr>
          <p:cNvPr id="106" name="Google Shape;106;p14"/>
          <p:cNvSpPr txBox="1"/>
          <p:nvPr>
            <p:ph idx="15" type="subTitle"/>
          </p:nvPr>
        </p:nvSpPr>
        <p:spPr>
          <a:xfrm>
            <a:off x="4623144" y="4132855"/>
            <a:ext cx="23409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solidFill>
                  <a:schemeClr val="dk1"/>
                </a:solidFill>
              </a:defRPr>
            </a:lvl2pPr>
            <a:lvl3pPr lvl="2" rtl="0" algn="ctr">
              <a:lnSpc>
                <a:spcPct val="100000"/>
              </a:lnSpc>
              <a:spcBef>
                <a:spcPts val="0"/>
              </a:spcBef>
              <a:spcAft>
                <a:spcPts val="0"/>
              </a:spcAft>
              <a:buNone/>
              <a:defRPr sz="1400">
                <a:solidFill>
                  <a:schemeClr val="dk1"/>
                </a:solidFill>
              </a:defRPr>
            </a:lvl3pPr>
            <a:lvl4pPr lvl="3" rtl="0" algn="ctr">
              <a:lnSpc>
                <a:spcPct val="100000"/>
              </a:lnSpc>
              <a:spcBef>
                <a:spcPts val="0"/>
              </a:spcBef>
              <a:spcAft>
                <a:spcPts val="0"/>
              </a:spcAft>
              <a:buNone/>
              <a:defRPr sz="1400">
                <a:solidFill>
                  <a:schemeClr val="dk1"/>
                </a:solidFill>
              </a:defRPr>
            </a:lvl4pPr>
            <a:lvl5pPr lvl="4" rtl="0" algn="ctr">
              <a:lnSpc>
                <a:spcPct val="100000"/>
              </a:lnSpc>
              <a:spcBef>
                <a:spcPts val="0"/>
              </a:spcBef>
              <a:spcAft>
                <a:spcPts val="0"/>
              </a:spcAft>
              <a:buNone/>
              <a:defRPr sz="1400">
                <a:solidFill>
                  <a:schemeClr val="dk1"/>
                </a:solidFill>
              </a:defRPr>
            </a:lvl5pPr>
            <a:lvl6pPr lvl="5" rtl="0" algn="ctr">
              <a:lnSpc>
                <a:spcPct val="100000"/>
              </a:lnSpc>
              <a:spcBef>
                <a:spcPts val="0"/>
              </a:spcBef>
              <a:spcAft>
                <a:spcPts val="0"/>
              </a:spcAft>
              <a:buNone/>
              <a:defRPr sz="1400">
                <a:solidFill>
                  <a:schemeClr val="dk1"/>
                </a:solidFill>
              </a:defRPr>
            </a:lvl6pPr>
            <a:lvl7pPr lvl="6" rtl="0" algn="ctr">
              <a:lnSpc>
                <a:spcPct val="100000"/>
              </a:lnSpc>
              <a:spcBef>
                <a:spcPts val="0"/>
              </a:spcBef>
              <a:spcAft>
                <a:spcPts val="0"/>
              </a:spcAft>
              <a:buNone/>
              <a:defRPr sz="1400">
                <a:solidFill>
                  <a:schemeClr val="dk1"/>
                </a:solidFill>
              </a:defRPr>
            </a:lvl7pPr>
            <a:lvl8pPr lvl="7" rtl="0" algn="ctr">
              <a:lnSpc>
                <a:spcPct val="100000"/>
              </a:lnSpc>
              <a:spcBef>
                <a:spcPts val="0"/>
              </a:spcBef>
              <a:spcAft>
                <a:spcPts val="0"/>
              </a:spcAft>
              <a:buNone/>
              <a:defRPr sz="1400">
                <a:solidFill>
                  <a:schemeClr val="dk1"/>
                </a:solidFill>
              </a:defRPr>
            </a:lvl8pPr>
            <a:lvl9pPr lvl="8" rtl="0" algn="ctr">
              <a:lnSpc>
                <a:spcPct val="100000"/>
              </a:lnSpc>
              <a:spcBef>
                <a:spcPts val="0"/>
              </a:spcBef>
              <a:spcAft>
                <a:spcPts val="0"/>
              </a:spcAft>
              <a:buNone/>
              <a:defRPr sz="14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07" name="Shape 107"/>
        <p:cNvGrpSpPr/>
        <p:nvPr/>
      </p:nvGrpSpPr>
      <p:grpSpPr>
        <a:xfrm>
          <a:off x="0" y="0"/>
          <a:ext cx="0" cy="0"/>
          <a:chOff x="0" y="0"/>
          <a:chExt cx="0" cy="0"/>
        </a:xfrm>
      </p:grpSpPr>
      <p:sp>
        <p:nvSpPr>
          <p:cNvPr id="108" name="Google Shape;108;p15"/>
          <p:cNvSpPr/>
          <p:nvPr/>
        </p:nvSpPr>
        <p:spPr>
          <a:xfrm>
            <a:off x="5905875" y="874075"/>
            <a:ext cx="3275700" cy="1136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72675" y="2002900"/>
            <a:ext cx="4198200" cy="1136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txBox="1"/>
          <p:nvPr>
            <p:ph hasCustomPrompt="1" type="title"/>
          </p:nvPr>
        </p:nvSpPr>
        <p:spPr>
          <a:xfrm>
            <a:off x="4454300" y="961363"/>
            <a:ext cx="1663200" cy="935400"/>
          </a:xfrm>
          <a:prstGeom prst="rect">
            <a:avLst/>
          </a:prstGeom>
        </p:spPr>
        <p:txBody>
          <a:bodyPr anchorCtr="0" anchor="ctr" bIns="91425" lIns="91425" spcFirstLastPara="1" rIns="91425" wrap="square" tIns="91425">
            <a:noAutofit/>
          </a:bodyPr>
          <a:lstStyle>
            <a:lvl1pPr lvl="0" rtl="0">
              <a:spcBef>
                <a:spcPts val="0"/>
              </a:spcBef>
              <a:spcAft>
                <a:spcPts val="0"/>
              </a:spcAft>
              <a:buSzPts val="12000"/>
              <a:buNone/>
              <a:defRPr sz="10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12" name="Google Shape;112;p15"/>
          <p:cNvSpPr txBox="1"/>
          <p:nvPr>
            <p:ph idx="2" type="title"/>
          </p:nvPr>
        </p:nvSpPr>
        <p:spPr>
          <a:xfrm>
            <a:off x="4454300" y="1954962"/>
            <a:ext cx="4321500" cy="12336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Font typeface="Overpass"/>
              <a:buNone/>
              <a:defRPr b="1" sz="9600"/>
            </a:lvl1pPr>
            <a:lvl2pPr lvl="1"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2pPr>
            <a:lvl3pPr lvl="2"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3pPr>
            <a:lvl4pPr lvl="3"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4pPr>
            <a:lvl5pPr lvl="4"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5pPr>
            <a:lvl6pPr lvl="5"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6pPr>
            <a:lvl7pPr lvl="6"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7pPr>
            <a:lvl8pPr lvl="7"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8pPr>
            <a:lvl9pPr lvl="8"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9pPr>
          </a:lstStyle>
          <a:p/>
        </p:txBody>
      </p:sp>
      <p:sp>
        <p:nvSpPr>
          <p:cNvPr id="113" name="Google Shape;113;p15"/>
          <p:cNvSpPr txBox="1"/>
          <p:nvPr>
            <p:ph idx="1" type="subTitle"/>
          </p:nvPr>
        </p:nvSpPr>
        <p:spPr>
          <a:xfrm>
            <a:off x="4454300" y="3158539"/>
            <a:ext cx="3834000" cy="633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cxnSp>
        <p:nvCxnSpPr>
          <p:cNvPr id="114" name="Google Shape;114;p15"/>
          <p:cNvCxnSpPr/>
          <p:nvPr/>
        </p:nvCxnSpPr>
        <p:spPr>
          <a:xfrm>
            <a:off x="9042625" y="882362"/>
            <a:ext cx="2400" cy="1112100"/>
          </a:xfrm>
          <a:prstGeom prst="straightConnector1">
            <a:avLst/>
          </a:prstGeom>
          <a:noFill/>
          <a:ln cap="flat" cmpd="sng" w="19050">
            <a:solidFill>
              <a:schemeClr val="lt1"/>
            </a:solidFill>
            <a:prstDash val="solid"/>
            <a:round/>
            <a:headEnd len="med" w="med" type="none"/>
            <a:tailEnd len="med" w="med" type="none"/>
          </a:ln>
        </p:spPr>
      </p:cxnSp>
      <p:cxnSp>
        <p:nvCxnSpPr>
          <p:cNvPr id="115" name="Google Shape;115;p15"/>
          <p:cNvCxnSpPr/>
          <p:nvPr/>
        </p:nvCxnSpPr>
        <p:spPr>
          <a:xfrm>
            <a:off x="101785" y="2015050"/>
            <a:ext cx="2400" cy="111210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2">
    <p:bg>
      <p:bgPr>
        <a:solidFill>
          <a:schemeClr val="dk1"/>
        </a:solidFill>
      </p:bgPr>
    </p:bg>
    <p:spTree>
      <p:nvGrpSpPr>
        <p:cNvPr id="116" name="Shape 116"/>
        <p:cNvGrpSpPr/>
        <p:nvPr/>
      </p:nvGrpSpPr>
      <p:grpSpPr>
        <a:xfrm>
          <a:off x="0" y="0"/>
          <a:ext cx="0" cy="0"/>
          <a:chOff x="0" y="0"/>
          <a:chExt cx="0" cy="0"/>
        </a:xfrm>
      </p:grpSpPr>
      <p:sp>
        <p:nvSpPr>
          <p:cNvPr id="117" name="Google Shape;117;p16"/>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txBox="1"/>
          <p:nvPr>
            <p:ph hasCustomPrompt="1" type="title"/>
          </p:nvPr>
        </p:nvSpPr>
        <p:spPr>
          <a:xfrm>
            <a:off x="1067805" y="2016996"/>
            <a:ext cx="1663200" cy="935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0000">
                <a:solidFill>
                  <a:schemeClr val="l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19" name="Google Shape;119;p16"/>
          <p:cNvSpPr txBox="1"/>
          <p:nvPr>
            <p:ph idx="2" type="title"/>
          </p:nvPr>
        </p:nvSpPr>
        <p:spPr>
          <a:xfrm>
            <a:off x="2704980" y="1687479"/>
            <a:ext cx="4321500" cy="123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Font typeface="Overpass"/>
              <a:buNone/>
              <a:defRPr b="1" sz="9600">
                <a:solidFill>
                  <a:schemeClr val="lt1"/>
                </a:solidFill>
              </a:defRPr>
            </a:lvl1pPr>
            <a:lvl2pPr lvl="1"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2pPr>
            <a:lvl3pPr lvl="2"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3pPr>
            <a:lvl4pPr lvl="3"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4pPr>
            <a:lvl5pPr lvl="4"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5pPr>
            <a:lvl6pPr lvl="5"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6pPr>
            <a:lvl7pPr lvl="6"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7pPr>
            <a:lvl8pPr lvl="7"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8pPr>
            <a:lvl9pPr lvl="8"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9pPr>
          </a:lstStyle>
          <a:p/>
        </p:txBody>
      </p:sp>
      <p:sp>
        <p:nvSpPr>
          <p:cNvPr id="120" name="Google Shape;120;p16"/>
          <p:cNvSpPr txBox="1"/>
          <p:nvPr>
            <p:ph idx="1" type="subTitle"/>
          </p:nvPr>
        </p:nvSpPr>
        <p:spPr>
          <a:xfrm>
            <a:off x="5990546" y="2017000"/>
            <a:ext cx="1936500" cy="1104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a:solidFill>
                  <a:schemeClr val="lt1"/>
                </a:solidFill>
              </a:defRPr>
            </a:lvl1pPr>
            <a:lvl2pPr lvl="1" rtl="0">
              <a:lnSpc>
                <a:spcPct val="100000"/>
              </a:lnSpc>
              <a:spcBef>
                <a:spcPts val="0"/>
              </a:spcBef>
              <a:spcAft>
                <a:spcPts val="0"/>
              </a:spcAft>
              <a:buNone/>
              <a:defRPr>
                <a:solidFill>
                  <a:schemeClr val="lt1"/>
                </a:solidFill>
              </a:defRPr>
            </a:lvl2pPr>
            <a:lvl3pPr lvl="2" rtl="0">
              <a:lnSpc>
                <a:spcPct val="100000"/>
              </a:lnSpc>
              <a:spcBef>
                <a:spcPts val="0"/>
              </a:spcBef>
              <a:spcAft>
                <a:spcPts val="0"/>
              </a:spcAft>
              <a:buNone/>
              <a:defRPr>
                <a:solidFill>
                  <a:schemeClr val="lt1"/>
                </a:solidFill>
              </a:defRPr>
            </a:lvl3pPr>
            <a:lvl4pPr lvl="3" rtl="0">
              <a:lnSpc>
                <a:spcPct val="100000"/>
              </a:lnSpc>
              <a:spcBef>
                <a:spcPts val="0"/>
              </a:spcBef>
              <a:spcAft>
                <a:spcPts val="0"/>
              </a:spcAft>
              <a:buNone/>
              <a:defRPr>
                <a:solidFill>
                  <a:schemeClr val="lt1"/>
                </a:solidFill>
              </a:defRPr>
            </a:lvl4pPr>
            <a:lvl5pPr lvl="4" rtl="0">
              <a:lnSpc>
                <a:spcPct val="100000"/>
              </a:lnSpc>
              <a:spcBef>
                <a:spcPts val="0"/>
              </a:spcBef>
              <a:spcAft>
                <a:spcPts val="0"/>
              </a:spcAft>
              <a:buNone/>
              <a:defRPr>
                <a:solidFill>
                  <a:schemeClr val="lt1"/>
                </a:solidFill>
              </a:defRPr>
            </a:lvl5pPr>
            <a:lvl6pPr lvl="5" rtl="0">
              <a:lnSpc>
                <a:spcPct val="100000"/>
              </a:lnSpc>
              <a:spcBef>
                <a:spcPts val="0"/>
              </a:spcBef>
              <a:spcAft>
                <a:spcPts val="0"/>
              </a:spcAft>
              <a:buNone/>
              <a:defRPr>
                <a:solidFill>
                  <a:schemeClr val="lt1"/>
                </a:solidFill>
              </a:defRPr>
            </a:lvl6pPr>
            <a:lvl7pPr lvl="6" rtl="0">
              <a:lnSpc>
                <a:spcPct val="100000"/>
              </a:lnSpc>
              <a:spcBef>
                <a:spcPts val="0"/>
              </a:spcBef>
              <a:spcAft>
                <a:spcPts val="0"/>
              </a:spcAft>
              <a:buNone/>
              <a:defRPr>
                <a:solidFill>
                  <a:schemeClr val="lt1"/>
                </a:solidFill>
              </a:defRPr>
            </a:lvl7pPr>
            <a:lvl8pPr lvl="7" rtl="0">
              <a:lnSpc>
                <a:spcPct val="100000"/>
              </a:lnSpc>
              <a:spcBef>
                <a:spcPts val="0"/>
              </a:spcBef>
              <a:spcAft>
                <a:spcPts val="0"/>
              </a:spcAft>
              <a:buNone/>
              <a:defRPr>
                <a:solidFill>
                  <a:schemeClr val="lt1"/>
                </a:solidFill>
              </a:defRPr>
            </a:lvl8pPr>
            <a:lvl9pPr lvl="8" rtl="0">
              <a:lnSpc>
                <a:spcPct val="100000"/>
              </a:lnSpc>
              <a:spcBef>
                <a:spcPts val="0"/>
              </a:spcBef>
              <a:spcAft>
                <a:spcPts val="0"/>
              </a:spcAft>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bg>
      <p:bgPr>
        <a:solidFill>
          <a:schemeClr val="dk1"/>
        </a:solidFill>
      </p:bgPr>
    </p:bg>
    <p:spTree>
      <p:nvGrpSpPr>
        <p:cNvPr id="121" name="Shape 121"/>
        <p:cNvGrpSpPr/>
        <p:nvPr/>
      </p:nvGrpSpPr>
      <p:grpSpPr>
        <a:xfrm>
          <a:off x="0" y="0"/>
          <a:ext cx="0" cy="0"/>
          <a:chOff x="0" y="0"/>
          <a:chExt cx="0" cy="0"/>
        </a:xfrm>
      </p:grpSpPr>
      <p:sp>
        <p:nvSpPr>
          <p:cNvPr id="122" name="Google Shape;122;p17"/>
          <p:cNvSpPr txBox="1"/>
          <p:nvPr>
            <p:ph type="title"/>
          </p:nvPr>
        </p:nvSpPr>
        <p:spPr>
          <a:xfrm>
            <a:off x="6270600" y="1898400"/>
            <a:ext cx="2169300" cy="1346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3" name="Google Shape;123;p17"/>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6_1">
    <p:bg>
      <p:bgPr>
        <a:solidFill>
          <a:schemeClr val="dk1"/>
        </a:solidFill>
      </p:bgPr>
    </p:bg>
    <p:spTree>
      <p:nvGrpSpPr>
        <p:cNvPr id="124" name="Shape 124"/>
        <p:cNvGrpSpPr/>
        <p:nvPr/>
      </p:nvGrpSpPr>
      <p:grpSpPr>
        <a:xfrm>
          <a:off x="0" y="0"/>
          <a:ext cx="0" cy="0"/>
          <a:chOff x="0" y="0"/>
          <a:chExt cx="0" cy="0"/>
        </a:xfrm>
      </p:grpSpPr>
      <p:sp>
        <p:nvSpPr>
          <p:cNvPr id="125" name="Google Shape;125;p18"/>
          <p:cNvSpPr txBox="1"/>
          <p:nvPr>
            <p:ph type="title"/>
          </p:nvPr>
        </p:nvSpPr>
        <p:spPr>
          <a:xfrm>
            <a:off x="713225" y="394185"/>
            <a:ext cx="2169300" cy="1346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6" name="Google Shape;126;p18"/>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bg>
      <p:bgPr>
        <a:solidFill>
          <a:schemeClr val="dk1"/>
        </a:solidFill>
      </p:bgPr>
    </p:bg>
    <p:spTree>
      <p:nvGrpSpPr>
        <p:cNvPr id="127" name="Shape 127"/>
        <p:cNvGrpSpPr/>
        <p:nvPr/>
      </p:nvGrpSpPr>
      <p:grpSpPr>
        <a:xfrm>
          <a:off x="0" y="0"/>
          <a:ext cx="0" cy="0"/>
          <a:chOff x="0" y="0"/>
          <a:chExt cx="0" cy="0"/>
        </a:xfrm>
      </p:grpSpPr>
      <p:sp>
        <p:nvSpPr>
          <p:cNvPr id="128" name="Google Shape;128;p19"/>
          <p:cNvSpPr/>
          <p:nvPr/>
        </p:nvSpPr>
        <p:spPr>
          <a:xfrm>
            <a:off x="4577950" y="1147025"/>
            <a:ext cx="4587000" cy="283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9"/>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9"/>
          <p:cNvSpPr txBox="1"/>
          <p:nvPr>
            <p:ph hasCustomPrompt="1" type="title"/>
          </p:nvPr>
        </p:nvSpPr>
        <p:spPr>
          <a:xfrm>
            <a:off x="583481" y="1624250"/>
            <a:ext cx="3858900" cy="1853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12000"/>
              <a:buNone/>
              <a:defRPr sz="20000">
                <a:solidFill>
                  <a:schemeClr val="lt1"/>
                </a:solidFill>
              </a:defRPr>
            </a:lvl1pPr>
            <a:lvl2pPr lvl="1" rtl="0" algn="ctr">
              <a:spcBef>
                <a:spcPts val="0"/>
              </a:spcBef>
              <a:spcAft>
                <a:spcPts val="0"/>
              </a:spcAft>
              <a:buClr>
                <a:schemeClr val="lt1"/>
              </a:buClr>
              <a:buSzPts val="12000"/>
              <a:buNone/>
              <a:defRPr sz="12000">
                <a:solidFill>
                  <a:schemeClr val="lt1"/>
                </a:solidFill>
              </a:defRPr>
            </a:lvl2pPr>
            <a:lvl3pPr lvl="2" rtl="0" algn="ctr">
              <a:spcBef>
                <a:spcPts val="0"/>
              </a:spcBef>
              <a:spcAft>
                <a:spcPts val="0"/>
              </a:spcAft>
              <a:buClr>
                <a:schemeClr val="lt1"/>
              </a:buClr>
              <a:buSzPts val="12000"/>
              <a:buNone/>
              <a:defRPr sz="12000">
                <a:solidFill>
                  <a:schemeClr val="lt1"/>
                </a:solidFill>
              </a:defRPr>
            </a:lvl3pPr>
            <a:lvl4pPr lvl="3" rtl="0" algn="ctr">
              <a:spcBef>
                <a:spcPts val="0"/>
              </a:spcBef>
              <a:spcAft>
                <a:spcPts val="0"/>
              </a:spcAft>
              <a:buClr>
                <a:schemeClr val="lt1"/>
              </a:buClr>
              <a:buSzPts val="12000"/>
              <a:buNone/>
              <a:defRPr sz="12000">
                <a:solidFill>
                  <a:schemeClr val="lt1"/>
                </a:solidFill>
              </a:defRPr>
            </a:lvl4pPr>
            <a:lvl5pPr lvl="4" rtl="0" algn="ctr">
              <a:spcBef>
                <a:spcPts val="0"/>
              </a:spcBef>
              <a:spcAft>
                <a:spcPts val="0"/>
              </a:spcAft>
              <a:buClr>
                <a:schemeClr val="lt1"/>
              </a:buClr>
              <a:buSzPts val="12000"/>
              <a:buNone/>
              <a:defRPr sz="12000">
                <a:solidFill>
                  <a:schemeClr val="lt1"/>
                </a:solidFill>
              </a:defRPr>
            </a:lvl5pPr>
            <a:lvl6pPr lvl="5" rtl="0" algn="ctr">
              <a:spcBef>
                <a:spcPts val="0"/>
              </a:spcBef>
              <a:spcAft>
                <a:spcPts val="0"/>
              </a:spcAft>
              <a:buClr>
                <a:schemeClr val="lt1"/>
              </a:buClr>
              <a:buSzPts val="12000"/>
              <a:buNone/>
              <a:defRPr sz="12000">
                <a:solidFill>
                  <a:schemeClr val="lt1"/>
                </a:solidFill>
              </a:defRPr>
            </a:lvl6pPr>
            <a:lvl7pPr lvl="6" rtl="0" algn="ctr">
              <a:spcBef>
                <a:spcPts val="0"/>
              </a:spcBef>
              <a:spcAft>
                <a:spcPts val="0"/>
              </a:spcAft>
              <a:buClr>
                <a:schemeClr val="lt1"/>
              </a:buClr>
              <a:buSzPts val="12000"/>
              <a:buNone/>
              <a:defRPr sz="12000">
                <a:solidFill>
                  <a:schemeClr val="lt1"/>
                </a:solidFill>
              </a:defRPr>
            </a:lvl7pPr>
            <a:lvl8pPr lvl="7" rtl="0" algn="ctr">
              <a:spcBef>
                <a:spcPts val="0"/>
              </a:spcBef>
              <a:spcAft>
                <a:spcPts val="0"/>
              </a:spcAft>
              <a:buClr>
                <a:schemeClr val="lt1"/>
              </a:buClr>
              <a:buSzPts val="12000"/>
              <a:buNone/>
              <a:defRPr sz="12000">
                <a:solidFill>
                  <a:schemeClr val="lt1"/>
                </a:solidFill>
              </a:defRPr>
            </a:lvl8pPr>
            <a:lvl9pPr lvl="8" rtl="0" algn="ctr">
              <a:spcBef>
                <a:spcPts val="0"/>
              </a:spcBef>
              <a:spcAft>
                <a:spcPts val="0"/>
              </a:spcAft>
              <a:buClr>
                <a:schemeClr val="lt1"/>
              </a:buClr>
              <a:buSzPts val="12000"/>
              <a:buNone/>
              <a:defRPr sz="12000">
                <a:solidFill>
                  <a:schemeClr val="lt1"/>
                </a:solidFill>
              </a:defRPr>
            </a:lvl9pPr>
          </a:lstStyle>
          <a:p>
            <a:r>
              <a:t>xx%</a:t>
            </a:r>
          </a:p>
        </p:txBody>
      </p:sp>
      <p:sp>
        <p:nvSpPr>
          <p:cNvPr id="131" name="Google Shape;131;p19"/>
          <p:cNvSpPr txBox="1"/>
          <p:nvPr>
            <p:ph idx="2" type="title"/>
          </p:nvPr>
        </p:nvSpPr>
        <p:spPr>
          <a:xfrm>
            <a:off x="5044325" y="1437700"/>
            <a:ext cx="2985000" cy="2226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300"/>
              <a:buNone/>
              <a:defRPr sz="5700"/>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MAIN_POINT_1">
    <p:spTree>
      <p:nvGrpSpPr>
        <p:cNvPr id="132" name="Shape 132"/>
        <p:cNvGrpSpPr/>
        <p:nvPr/>
      </p:nvGrpSpPr>
      <p:grpSpPr>
        <a:xfrm>
          <a:off x="0" y="0"/>
          <a:ext cx="0" cy="0"/>
          <a:chOff x="0" y="0"/>
          <a:chExt cx="0" cy="0"/>
        </a:xfrm>
      </p:grpSpPr>
      <p:sp>
        <p:nvSpPr>
          <p:cNvPr id="133" name="Google Shape;133;p20"/>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0"/>
          <p:cNvSpPr txBox="1"/>
          <p:nvPr>
            <p:ph idx="1" type="subTitle"/>
          </p:nvPr>
        </p:nvSpPr>
        <p:spPr>
          <a:xfrm>
            <a:off x="4724000" y="2937140"/>
            <a:ext cx="2093100" cy="489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9pPr>
          </a:lstStyle>
          <a:p/>
        </p:txBody>
      </p:sp>
      <p:sp>
        <p:nvSpPr>
          <p:cNvPr id="135" name="Google Shape;135;p20"/>
          <p:cNvSpPr txBox="1"/>
          <p:nvPr>
            <p:ph idx="2" type="subTitle"/>
          </p:nvPr>
        </p:nvSpPr>
        <p:spPr>
          <a:xfrm>
            <a:off x="4724000" y="1702013"/>
            <a:ext cx="3715800" cy="122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b="1" sz="1900">
                <a:solidFill>
                  <a:schemeClr val="dk1"/>
                </a:solidFill>
              </a:defRPr>
            </a:lvl1pPr>
            <a:lvl2pPr lvl="1" rtl="0">
              <a:lnSpc>
                <a:spcPct val="100000"/>
              </a:lnSpc>
              <a:spcBef>
                <a:spcPts val="0"/>
              </a:spcBef>
              <a:spcAft>
                <a:spcPts val="0"/>
              </a:spcAft>
              <a:buNone/>
              <a:defRPr b="1" sz="1900">
                <a:solidFill>
                  <a:schemeClr val="dk1"/>
                </a:solidFill>
              </a:defRPr>
            </a:lvl2pPr>
            <a:lvl3pPr lvl="2" rtl="0">
              <a:lnSpc>
                <a:spcPct val="100000"/>
              </a:lnSpc>
              <a:spcBef>
                <a:spcPts val="0"/>
              </a:spcBef>
              <a:spcAft>
                <a:spcPts val="0"/>
              </a:spcAft>
              <a:buNone/>
              <a:defRPr b="1" sz="1900">
                <a:solidFill>
                  <a:schemeClr val="dk1"/>
                </a:solidFill>
              </a:defRPr>
            </a:lvl3pPr>
            <a:lvl4pPr lvl="3" rtl="0">
              <a:lnSpc>
                <a:spcPct val="100000"/>
              </a:lnSpc>
              <a:spcBef>
                <a:spcPts val="0"/>
              </a:spcBef>
              <a:spcAft>
                <a:spcPts val="0"/>
              </a:spcAft>
              <a:buNone/>
              <a:defRPr b="1" sz="1900">
                <a:solidFill>
                  <a:schemeClr val="dk1"/>
                </a:solidFill>
              </a:defRPr>
            </a:lvl4pPr>
            <a:lvl5pPr lvl="4" rtl="0">
              <a:lnSpc>
                <a:spcPct val="100000"/>
              </a:lnSpc>
              <a:spcBef>
                <a:spcPts val="0"/>
              </a:spcBef>
              <a:spcAft>
                <a:spcPts val="0"/>
              </a:spcAft>
              <a:buNone/>
              <a:defRPr b="1" sz="1900">
                <a:solidFill>
                  <a:schemeClr val="dk1"/>
                </a:solidFill>
              </a:defRPr>
            </a:lvl5pPr>
            <a:lvl6pPr lvl="5" rtl="0">
              <a:lnSpc>
                <a:spcPct val="100000"/>
              </a:lnSpc>
              <a:spcBef>
                <a:spcPts val="0"/>
              </a:spcBef>
              <a:spcAft>
                <a:spcPts val="0"/>
              </a:spcAft>
              <a:buNone/>
              <a:defRPr b="1" sz="1900">
                <a:solidFill>
                  <a:schemeClr val="dk1"/>
                </a:solidFill>
              </a:defRPr>
            </a:lvl6pPr>
            <a:lvl7pPr lvl="6" rtl="0">
              <a:lnSpc>
                <a:spcPct val="100000"/>
              </a:lnSpc>
              <a:spcBef>
                <a:spcPts val="0"/>
              </a:spcBef>
              <a:spcAft>
                <a:spcPts val="0"/>
              </a:spcAft>
              <a:buNone/>
              <a:defRPr b="1" sz="1900">
                <a:solidFill>
                  <a:schemeClr val="dk1"/>
                </a:solidFill>
              </a:defRPr>
            </a:lvl7pPr>
            <a:lvl8pPr lvl="7" rtl="0">
              <a:lnSpc>
                <a:spcPct val="100000"/>
              </a:lnSpc>
              <a:spcBef>
                <a:spcPts val="0"/>
              </a:spcBef>
              <a:spcAft>
                <a:spcPts val="0"/>
              </a:spcAft>
              <a:buNone/>
              <a:defRPr b="1" sz="1900">
                <a:solidFill>
                  <a:schemeClr val="dk1"/>
                </a:solidFill>
              </a:defRPr>
            </a:lvl8pPr>
            <a:lvl9pPr lvl="8" rtl="0">
              <a:lnSpc>
                <a:spcPct val="100000"/>
              </a:lnSpc>
              <a:spcBef>
                <a:spcPts val="0"/>
              </a:spcBef>
              <a:spcAft>
                <a:spcPts val="0"/>
              </a:spcAft>
              <a:buNone/>
              <a:defRPr b="1" sz="19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36" name="Shape 136"/>
        <p:cNvGrpSpPr/>
        <p:nvPr/>
      </p:nvGrpSpPr>
      <p:grpSpPr>
        <a:xfrm>
          <a:off x="0" y="0"/>
          <a:ext cx="0" cy="0"/>
          <a:chOff x="0" y="0"/>
          <a:chExt cx="0" cy="0"/>
        </a:xfrm>
      </p:grpSpPr>
      <p:sp>
        <p:nvSpPr>
          <p:cNvPr id="137" name="Google Shape;137;p21"/>
          <p:cNvSpPr/>
          <p:nvPr/>
        </p:nvSpPr>
        <p:spPr>
          <a:xfrm>
            <a:off x="3180600" y="-56625"/>
            <a:ext cx="2782800" cy="52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1"/>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1"/>
          <p:cNvSpPr txBox="1"/>
          <p:nvPr>
            <p:ph type="title"/>
          </p:nvPr>
        </p:nvSpPr>
        <p:spPr>
          <a:xfrm>
            <a:off x="3180600" y="294790"/>
            <a:ext cx="2782800" cy="1554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0" name="Google Shape;140;p21"/>
          <p:cNvSpPr txBox="1"/>
          <p:nvPr>
            <p:ph idx="1" type="subTitle"/>
          </p:nvPr>
        </p:nvSpPr>
        <p:spPr>
          <a:xfrm>
            <a:off x="945404" y="2847226"/>
            <a:ext cx="1837800" cy="309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r">
              <a:lnSpc>
                <a:spcPct val="100000"/>
              </a:lnSpc>
              <a:spcBef>
                <a:spcPts val="0"/>
              </a:spcBef>
              <a:spcAft>
                <a:spcPts val="0"/>
              </a:spcAft>
              <a:buNone/>
              <a:defRPr b="1" sz="2200">
                <a:solidFill>
                  <a:schemeClr val="dk1"/>
                </a:solidFill>
                <a:latin typeface="Bebas Neue"/>
                <a:ea typeface="Bebas Neue"/>
                <a:cs typeface="Bebas Neue"/>
                <a:sym typeface="Bebas Neue"/>
              </a:defRPr>
            </a:lvl2pPr>
            <a:lvl3pPr lvl="2" rtl="0" algn="r">
              <a:lnSpc>
                <a:spcPct val="100000"/>
              </a:lnSpc>
              <a:spcBef>
                <a:spcPts val="0"/>
              </a:spcBef>
              <a:spcAft>
                <a:spcPts val="0"/>
              </a:spcAft>
              <a:buNone/>
              <a:defRPr b="1" sz="2200">
                <a:solidFill>
                  <a:schemeClr val="dk1"/>
                </a:solidFill>
                <a:latin typeface="Bebas Neue"/>
                <a:ea typeface="Bebas Neue"/>
                <a:cs typeface="Bebas Neue"/>
                <a:sym typeface="Bebas Neue"/>
              </a:defRPr>
            </a:lvl3pPr>
            <a:lvl4pPr lvl="3" rtl="0" algn="r">
              <a:lnSpc>
                <a:spcPct val="100000"/>
              </a:lnSpc>
              <a:spcBef>
                <a:spcPts val="0"/>
              </a:spcBef>
              <a:spcAft>
                <a:spcPts val="0"/>
              </a:spcAft>
              <a:buNone/>
              <a:defRPr b="1" sz="2200">
                <a:solidFill>
                  <a:schemeClr val="dk1"/>
                </a:solidFill>
                <a:latin typeface="Bebas Neue"/>
                <a:ea typeface="Bebas Neue"/>
                <a:cs typeface="Bebas Neue"/>
                <a:sym typeface="Bebas Neue"/>
              </a:defRPr>
            </a:lvl4pPr>
            <a:lvl5pPr lvl="4" rtl="0" algn="r">
              <a:lnSpc>
                <a:spcPct val="100000"/>
              </a:lnSpc>
              <a:spcBef>
                <a:spcPts val="0"/>
              </a:spcBef>
              <a:spcAft>
                <a:spcPts val="0"/>
              </a:spcAft>
              <a:buNone/>
              <a:defRPr b="1" sz="2200">
                <a:solidFill>
                  <a:schemeClr val="dk1"/>
                </a:solidFill>
                <a:latin typeface="Bebas Neue"/>
                <a:ea typeface="Bebas Neue"/>
                <a:cs typeface="Bebas Neue"/>
                <a:sym typeface="Bebas Neue"/>
              </a:defRPr>
            </a:lvl5pPr>
            <a:lvl6pPr lvl="5" rtl="0" algn="r">
              <a:lnSpc>
                <a:spcPct val="100000"/>
              </a:lnSpc>
              <a:spcBef>
                <a:spcPts val="0"/>
              </a:spcBef>
              <a:spcAft>
                <a:spcPts val="0"/>
              </a:spcAft>
              <a:buNone/>
              <a:defRPr b="1" sz="2200">
                <a:solidFill>
                  <a:schemeClr val="dk1"/>
                </a:solidFill>
                <a:latin typeface="Bebas Neue"/>
                <a:ea typeface="Bebas Neue"/>
                <a:cs typeface="Bebas Neue"/>
                <a:sym typeface="Bebas Neue"/>
              </a:defRPr>
            </a:lvl6pPr>
            <a:lvl7pPr lvl="6" rtl="0" algn="r">
              <a:lnSpc>
                <a:spcPct val="100000"/>
              </a:lnSpc>
              <a:spcBef>
                <a:spcPts val="0"/>
              </a:spcBef>
              <a:spcAft>
                <a:spcPts val="0"/>
              </a:spcAft>
              <a:buNone/>
              <a:defRPr b="1" sz="2200">
                <a:solidFill>
                  <a:schemeClr val="dk1"/>
                </a:solidFill>
                <a:latin typeface="Bebas Neue"/>
                <a:ea typeface="Bebas Neue"/>
                <a:cs typeface="Bebas Neue"/>
                <a:sym typeface="Bebas Neue"/>
              </a:defRPr>
            </a:lvl7pPr>
            <a:lvl8pPr lvl="7" rtl="0" algn="r">
              <a:lnSpc>
                <a:spcPct val="100000"/>
              </a:lnSpc>
              <a:spcBef>
                <a:spcPts val="0"/>
              </a:spcBef>
              <a:spcAft>
                <a:spcPts val="0"/>
              </a:spcAft>
              <a:buNone/>
              <a:defRPr b="1" sz="2200">
                <a:solidFill>
                  <a:schemeClr val="dk1"/>
                </a:solidFill>
                <a:latin typeface="Bebas Neue"/>
                <a:ea typeface="Bebas Neue"/>
                <a:cs typeface="Bebas Neue"/>
                <a:sym typeface="Bebas Neue"/>
              </a:defRPr>
            </a:lvl8pPr>
            <a:lvl9pPr lvl="8" rtl="0" algn="r">
              <a:lnSpc>
                <a:spcPct val="100000"/>
              </a:lnSpc>
              <a:spcBef>
                <a:spcPts val="0"/>
              </a:spcBef>
              <a:spcAft>
                <a:spcPts val="0"/>
              </a:spcAft>
              <a:buNone/>
              <a:defRPr b="1" sz="2200">
                <a:solidFill>
                  <a:schemeClr val="dk1"/>
                </a:solidFill>
                <a:latin typeface="Bebas Neue"/>
                <a:ea typeface="Bebas Neue"/>
                <a:cs typeface="Bebas Neue"/>
                <a:sym typeface="Bebas Neue"/>
              </a:defRPr>
            </a:lvl9pPr>
          </a:lstStyle>
          <a:p/>
        </p:txBody>
      </p:sp>
      <p:sp>
        <p:nvSpPr>
          <p:cNvPr id="141" name="Google Shape;141;p21"/>
          <p:cNvSpPr txBox="1"/>
          <p:nvPr>
            <p:ph idx="2" type="subTitle"/>
          </p:nvPr>
        </p:nvSpPr>
        <p:spPr>
          <a:xfrm>
            <a:off x="698504" y="3158786"/>
            <a:ext cx="2084700" cy="1115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2pPr>
            <a:lvl3pPr lvl="2"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3pPr>
            <a:lvl4pPr lvl="3"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4pPr>
            <a:lvl5pPr lvl="4"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5pPr>
            <a:lvl6pPr lvl="5"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6pPr>
            <a:lvl7pPr lvl="6"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7pPr>
            <a:lvl8pPr lvl="7"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8pPr>
            <a:lvl9pPr lvl="8"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9pPr>
          </a:lstStyle>
          <a:p/>
        </p:txBody>
      </p:sp>
      <p:sp>
        <p:nvSpPr>
          <p:cNvPr id="142" name="Google Shape;142;p21"/>
          <p:cNvSpPr txBox="1"/>
          <p:nvPr>
            <p:ph idx="3" type="subTitle"/>
          </p:nvPr>
        </p:nvSpPr>
        <p:spPr>
          <a:xfrm>
            <a:off x="6315342" y="2847219"/>
            <a:ext cx="19200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b="1" sz="22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b="1" sz="22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b="1" sz="22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b="1" sz="22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b="1" sz="22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b="1" sz="22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b="1" sz="22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b="1" sz="2200">
                <a:solidFill>
                  <a:schemeClr val="dk1"/>
                </a:solidFill>
                <a:latin typeface="Bebas Neue"/>
                <a:ea typeface="Bebas Neue"/>
                <a:cs typeface="Bebas Neue"/>
                <a:sym typeface="Bebas Neue"/>
              </a:defRPr>
            </a:lvl9pPr>
          </a:lstStyle>
          <a:p/>
        </p:txBody>
      </p:sp>
      <p:sp>
        <p:nvSpPr>
          <p:cNvPr id="143" name="Google Shape;143;p21"/>
          <p:cNvSpPr txBox="1"/>
          <p:nvPr>
            <p:ph idx="4" type="subTitle"/>
          </p:nvPr>
        </p:nvSpPr>
        <p:spPr>
          <a:xfrm>
            <a:off x="6315342" y="3150291"/>
            <a:ext cx="2082300" cy="111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44" name="Shape 144"/>
        <p:cNvGrpSpPr/>
        <p:nvPr/>
      </p:nvGrpSpPr>
      <p:grpSpPr>
        <a:xfrm>
          <a:off x="0" y="0"/>
          <a:ext cx="0" cy="0"/>
          <a:chOff x="0" y="0"/>
          <a:chExt cx="0" cy="0"/>
        </a:xfrm>
      </p:grpSpPr>
      <p:sp>
        <p:nvSpPr>
          <p:cNvPr id="145" name="Google Shape;145;p22"/>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2"/>
          <p:cNvSpPr txBox="1"/>
          <p:nvPr>
            <p:ph idx="1" type="subTitle"/>
          </p:nvPr>
        </p:nvSpPr>
        <p:spPr>
          <a:xfrm>
            <a:off x="625300" y="1217725"/>
            <a:ext cx="3892200" cy="3390900"/>
          </a:xfrm>
          <a:prstGeom prst="rect">
            <a:avLst/>
          </a:prstGeom>
        </p:spPr>
        <p:txBody>
          <a:bodyPr anchorCtr="0" anchor="ctr" bIns="91425" lIns="91425" spcFirstLastPara="1" rIns="91425" wrap="square" tIns="91425">
            <a:noAutofit/>
          </a:bodyPr>
          <a:lstStyle>
            <a:lvl1pPr lvl="0" marR="50800" rtl="0">
              <a:lnSpc>
                <a:spcPct val="100000"/>
              </a:lnSpc>
              <a:spcBef>
                <a:spcPts val="0"/>
              </a:spcBef>
              <a:spcAft>
                <a:spcPts val="0"/>
              </a:spcAft>
              <a:buNone/>
              <a:defRPr sz="1200"/>
            </a:lvl1pPr>
            <a:lvl2pPr lvl="1" marR="50800" rtl="0">
              <a:lnSpc>
                <a:spcPct val="100000"/>
              </a:lnSpc>
              <a:spcBef>
                <a:spcPts val="0"/>
              </a:spcBef>
              <a:spcAft>
                <a:spcPts val="0"/>
              </a:spcAft>
              <a:buNone/>
              <a:defRPr sz="1200"/>
            </a:lvl2pPr>
            <a:lvl3pPr lvl="2" marR="50800" rtl="0">
              <a:lnSpc>
                <a:spcPct val="100000"/>
              </a:lnSpc>
              <a:spcBef>
                <a:spcPts val="0"/>
              </a:spcBef>
              <a:spcAft>
                <a:spcPts val="0"/>
              </a:spcAft>
              <a:buNone/>
              <a:defRPr sz="1200"/>
            </a:lvl3pPr>
            <a:lvl4pPr lvl="3" marR="50800" rtl="0">
              <a:lnSpc>
                <a:spcPct val="100000"/>
              </a:lnSpc>
              <a:spcBef>
                <a:spcPts val="0"/>
              </a:spcBef>
              <a:spcAft>
                <a:spcPts val="0"/>
              </a:spcAft>
              <a:buNone/>
              <a:defRPr sz="1200"/>
            </a:lvl4pPr>
            <a:lvl5pPr lvl="4" marR="50800" rtl="0">
              <a:lnSpc>
                <a:spcPct val="100000"/>
              </a:lnSpc>
              <a:spcBef>
                <a:spcPts val="0"/>
              </a:spcBef>
              <a:spcAft>
                <a:spcPts val="0"/>
              </a:spcAft>
              <a:buNone/>
              <a:defRPr sz="1200"/>
            </a:lvl5pPr>
            <a:lvl6pPr lvl="5" marR="50800" rtl="0">
              <a:lnSpc>
                <a:spcPct val="100000"/>
              </a:lnSpc>
              <a:spcBef>
                <a:spcPts val="0"/>
              </a:spcBef>
              <a:spcAft>
                <a:spcPts val="0"/>
              </a:spcAft>
              <a:buNone/>
              <a:defRPr sz="1200"/>
            </a:lvl6pPr>
            <a:lvl7pPr lvl="6" marR="50800" rtl="0">
              <a:lnSpc>
                <a:spcPct val="100000"/>
              </a:lnSpc>
              <a:spcBef>
                <a:spcPts val="0"/>
              </a:spcBef>
              <a:spcAft>
                <a:spcPts val="0"/>
              </a:spcAft>
              <a:buNone/>
              <a:defRPr sz="1200"/>
            </a:lvl7pPr>
            <a:lvl8pPr lvl="7" marR="50800" rtl="0">
              <a:lnSpc>
                <a:spcPct val="100000"/>
              </a:lnSpc>
              <a:spcBef>
                <a:spcPts val="0"/>
              </a:spcBef>
              <a:spcAft>
                <a:spcPts val="0"/>
              </a:spcAft>
              <a:buNone/>
              <a:defRPr sz="1200"/>
            </a:lvl8pPr>
            <a:lvl9pPr lvl="8" marR="50800" rtl="0">
              <a:lnSpc>
                <a:spcPct val="100000"/>
              </a:lnSpc>
              <a:spcBef>
                <a:spcPts val="0"/>
              </a:spcBef>
              <a:spcAft>
                <a:spcPts val="0"/>
              </a:spcAft>
              <a:buNone/>
              <a:defRPr sz="1200"/>
            </a:lvl9pPr>
          </a:lstStyle>
          <a:p/>
        </p:txBody>
      </p:sp>
      <p:sp>
        <p:nvSpPr>
          <p:cNvPr id="147" name="Google Shape;147;p22"/>
          <p:cNvSpPr txBox="1"/>
          <p:nvPr>
            <p:ph type="title"/>
          </p:nvPr>
        </p:nvSpPr>
        <p:spPr>
          <a:xfrm>
            <a:off x="625300" y="315813"/>
            <a:ext cx="7704000" cy="707700"/>
          </a:xfrm>
          <a:prstGeom prst="rect">
            <a:avLst/>
          </a:prstGeom>
        </p:spPr>
        <p:txBody>
          <a:bodyPr anchorCtr="0" anchor="t" bIns="91425" lIns="91425" spcFirstLastPara="1" rIns="91425" wrap="square" tIns="91425">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22"/>
          <p:cNvSpPr txBox="1"/>
          <p:nvPr>
            <p:ph idx="2" type="subTitle"/>
          </p:nvPr>
        </p:nvSpPr>
        <p:spPr>
          <a:xfrm>
            <a:off x="4571998" y="1217725"/>
            <a:ext cx="3804300" cy="3390900"/>
          </a:xfrm>
          <a:prstGeom prst="rect">
            <a:avLst/>
          </a:prstGeom>
        </p:spPr>
        <p:txBody>
          <a:bodyPr anchorCtr="0" anchor="ctr" bIns="91425" lIns="91425" spcFirstLastPara="1" rIns="91425" wrap="square" tIns="91425">
            <a:noAutofit/>
          </a:bodyPr>
          <a:lstStyle>
            <a:lvl1pPr lvl="0" marR="50800" rtl="0">
              <a:lnSpc>
                <a:spcPct val="100000"/>
              </a:lnSpc>
              <a:spcBef>
                <a:spcPts val="0"/>
              </a:spcBef>
              <a:spcAft>
                <a:spcPts val="0"/>
              </a:spcAft>
              <a:buNone/>
              <a:defRPr sz="1200"/>
            </a:lvl1pPr>
            <a:lvl2pPr lvl="1" marR="50800" rtl="0">
              <a:lnSpc>
                <a:spcPct val="100000"/>
              </a:lnSpc>
              <a:spcBef>
                <a:spcPts val="0"/>
              </a:spcBef>
              <a:spcAft>
                <a:spcPts val="0"/>
              </a:spcAft>
              <a:buNone/>
              <a:defRPr sz="1200"/>
            </a:lvl2pPr>
            <a:lvl3pPr lvl="2" marR="50800" rtl="0">
              <a:lnSpc>
                <a:spcPct val="100000"/>
              </a:lnSpc>
              <a:spcBef>
                <a:spcPts val="0"/>
              </a:spcBef>
              <a:spcAft>
                <a:spcPts val="0"/>
              </a:spcAft>
              <a:buNone/>
              <a:defRPr sz="1200"/>
            </a:lvl3pPr>
            <a:lvl4pPr lvl="3" marR="50800" rtl="0">
              <a:lnSpc>
                <a:spcPct val="100000"/>
              </a:lnSpc>
              <a:spcBef>
                <a:spcPts val="0"/>
              </a:spcBef>
              <a:spcAft>
                <a:spcPts val="0"/>
              </a:spcAft>
              <a:buNone/>
              <a:defRPr sz="1200"/>
            </a:lvl4pPr>
            <a:lvl5pPr lvl="4" marR="50800" rtl="0">
              <a:lnSpc>
                <a:spcPct val="100000"/>
              </a:lnSpc>
              <a:spcBef>
                <a:spcPts val="0"/>
              </a:spcBef>
              <a:spcAft>
                <a:spcPts val="0"/>
              </a:spcAft>
              <a:buNone/>
              <a:defRPr sz="1200"/>
            </a:lvl5pPr>
            <a:lvl6pPr lvl="5" marR="50800" rtl="0">
              <a:lnSpc>
                <a:spcPct val="100000"/>
              </a:lnSpc>
              <a:spcBef>
                <a:spcPts val="0"/>
              </a:spcBef>
              <a:spcAft>
                <a:spcPts val="0"/>
              </a:spcAft>
              <a:buNone/>
              <a:defRPr sz="1200"/>
            </a:lvl6pPr>
            <a:lvl7pPr lvl="6" marR="50800" rtl="0">
              <a:lnSpc>
                <a:spcPct val="100000"/>
              </a:lnSpc>
              <a:spcBef>
                <a:spcPts val="0"/>
              </a:spcBef>
              <a:spcAft>
                <a:spcPts val="0"/>
              </a:spcAft>
              <a:buNone/>
              <a:defRPr sz="1200"/>
            </a:lvl7pPr>
            <a:lvl8pPr lvl="7" marR="50800" rtl="0">
              <a:lnSpc>
                <a:spcPct val="100000"/>
              </a:lnSpc>
              <a:spcBef>
                <a:spcPts val="0"/>
              </a:spcBef>
              <a:spcAft>
                <a:spcPts val="0"/>
              </a:spcAft>
              <a:buNone/>
              <a:defRPr sz="1200"/>
            </a:lvl8pPr>
            <a:lvl9pPr lvl="8" marR="50800" rtl="0">
              <a:lnSpc>
                <a:spcPct val="100000"/>
              </a:lnSpc>
              <a:spcBef>
                <a:spcPts val="0"/>
              </a:spcBef>
              <a:spcAft>
                <a:spcPts val="0"/>
              </a:spcAft>
              <a:buNone/>
              <a:defRPr sz="12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5">
    <p:spTree>
      <p:nvGrpSpPr>
        <p:cNvPr id="149" name="Shape 149"/>
        <p:cNvGrpSpPr/>
        <p:nvPr/>
      </p:nvGrpSpPr>
      <p:grpSpPr>
        <a:xfrm>
          <a:off x="0" y="0"/>
          <a:ext cx="0" cy="0"/>
          <a:chOff x="0" y="0"/>
          <a:chExt cx="0" cy="0"/>
        </a:xfrm>
      </p:grpSpPr>
      <p:sp>
        <p:nvSpPr>
          <p:cNvPr id="150" name="Google Shape;150;p23"/>
          <p:cNvSpPr txBox="1"/>
          <p:nvPr>
            <p:ph type="title"/>
          </p:nvPr>
        </p:nvSpPr>
        <p:spPr>
          <a:xfrm>
            <a:off x="699000" y="428125"/>
            <a:ext cx="7746000" cy="632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1" name="Google Shape;151;p23"/>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_2">
    <p:spTree>
      <p:nvGrpSpPr>
        <p:cNvPr id="152" name="Shape 152"/>
        <p:cNvGrpSpPr/>
        <p:nvPr/>
      </p:nvGrpSpPr>
      <p:grpSpPr>
        <a:xfrm>
          <a:off x="0" y="0"/>
          <a:ext cx="0" cy="0"/>
          <a:chOff x="0" y="0"/>
          <a:chExt cx="0" cy="0"/>
        </a:xfrm>
      </p:grpSpPr>
      <p:sp>
        <p:nvSpPr>
          <p:cNvPr id="153" name="Google Shape;153;p24"/>
          <p:cNvSpPr txBox="1"/>
          <p:nvPr>
            <p:ph type="title"/>
          </p:nvPr>
        </p:nvSpPr>
        <p:spPr>
          <a:xfrm>
            <a:off x="699000" y="428125"/>
            <a:ext cx="7746000" cy="632100"/>
          </a:xfrm>
          <a:prstGeom prst="rect">
            <a:avLst/>
          </a:prstGeom>
        </p:spPr>
        <p:txBody>
          <a:bodyPr anchorCtr="0" anchor="ctr" bIns="91425" lIns="91425" spcFirstLastPara="1" rIns="91425" wrap="square" tIns="91425">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4" name="Google Shape;154;p24"/>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_1">
    <p:bg>
      <p:bgPr>
        <a:solidFill>
          <a:schemeClr val="dk1"/>
        </a:solidFill>
      </p:bgPr>
    </p:bg>
    <p:spTree>
      <p:nvGrpSpPr>
        <p:cNvPr id="155" name="Shape 155"/>
        <p:cNvGrpSpPr/>
        <p:nvPr/>
      </p:nvGrpSpPr>
      <p:grpSpPr>
        <a:xfrm>
          <a:off x="0" y="0"/>
          <a:ext cx="0" cy="0"/>
          <a:chOff x="0" y="0"/>
          <a:chExt cx="0" cy="0"/>
        </a:xfrm>
      </p:grpSpPr>
      <p:sp>
        <p:nvSpPr>
          <p:cNvPr id="156" name="Google Shape;156;p25"/>
          <p:cNvSpPr txBox="1"/>
          <p:nvPr>
            <p:ph type="title"/>
          </p:nvPr>
        </p:nvSpPr>
        <p:spPr>
          <a:xfrm>
            <a:off x="699000" y="744746"/>
            <a:ext cx="2115000" cy="632100"/>
          </a:xfrm>
          <a:prstGeom prst="rect">
            <a:avLst/>
          </a:prstGeom>
        </p:spPr>
        <p:txBody>
          <a:bodyPr anchorCtr="0" anchor="ctr" bIns="91425" lIns="91425" spcFirstLastPara="1" rIns="91425" wrap="square" tIns="91425">
            <a:noAutofit/>
          </a:bodyPr>
          <a:lstStyle>
            <a:lvl1pPr lvl="0" rtl="0">
              <a:spcBef>
                <a:spcPts val="0"/>
              </a:spcBef>
              <a:spcAft>
                <a:spcPts val="0"/>
              </a:spcAft>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25"/>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ONLY_3">
    <p:spTree>
      <p:nvGrpSpPr>
        <p:cNvPr id="158" name="Shape 158"/>
        <p:cNvGrpSpPr/>
        <p:nvPr/>
      </p:nvGrpSpPr>
      <p:grpSpPr>
        <a:xfrm>
          <a:off x="0" y="0"/>
          <a:ext cx="0" cy="0"/>
          <a:chOff x="0" y="0"/>
          <a:chExt cx="0" cy="0"/>
        </a:xfrm>
      </p:grpSpPr>
      <p:sp>
        <p:nvSpPr>
          <p:cNvPr id="159" name="Google Shape;159;p26"/>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6"/>
          <p:cNvSpPr/>
          <p:nvPr/>
        </p:nvSpPr>
        <p:spPr>
          <a:xfrm>
            <a:off x="3167950" y="1501134"/>
            <a:ext cx="5967900" cy="2135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1" name="Google Shape;161;p26"/>
          <p:cNvSpPr txBox="1"/>
          <p:nvPr>
            <p:ph type="title"/>
          </p:nvPr>
        </p:nvSpPr>
        <p:spPr>
          <a:xfrm>
            <a:off x="540600" y="1898400"/>
            <a:ext cx="2169300" cy="1346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2" name="Google Shape;162;p26"/>
          <p:cNvSpPr txBox="1"/>
          <p:nvPr>
            <p:ph idx="1" type="subTitle"/>
          </p:nvPr>
        </p:nvSpPr>
        <p:spPr>
          <a:xfrm>
            <a:off x="4367289" y="2334485"/>
            <a:ext cx="877800" cy="27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gn="ctr">
              <a:lnSpc>
                <a:spcPct val="100000"/>
              </a:lnSpc>
              <a:spcBef>
                <a:spcPts val="0"/>
              </a:spcBef>
              <a:spcAft>
                <a:spcPts val="0"/>
              </a:spcAft>
              <a:buNone/>
              <a:defRPr b="1" sz="2200">
                <a:solidFill>
                  <a:schemeClr val="lt1"/>
                </a:solidFill>
                <a:latin typeface="Bebas Neue"/>
                <a:ea typeface="Bebas Neue"/>
                <a:cs typeface="Bebas Neue"/>
                <a:sym typeface="Bebas Neue"/>
              </a:defRPr>
            </a:lvl2pPr>
            <a:lvl3pPr lvl="2" rtl="0" algn="ctr">
              <a:lnSpc>
                <a:spcPct val="100000"/>
              </a:lnSpc>
              <a:spcBef>
                <a:spcPts val="0"/>
              </a:spcBef>
              <a:spcAft>
                <a:spcPts val="0"/>
              </a:spcAft>
              <a:buNone/>
              <a:defRPr b="1" sz="2200">
                <a:solidFill>
                  <a:schemeClr val="lt1"/>
                </a:solidFill>
                <a:latin typeface="Bebas Neue"/>
                <a:ea typeface="Bebas Neue"/>
                <a:cs typeface="Bebas Neue"/>
                <a:sym typeface="Bebas Neue"/>
              </a:defRPr>
            </a:lvl3pPr>
            <a:lvl4pPr lvl="3" rtl="0" algn="ctr">
              <a:lnSpc>
                <a:spcPct val="100000"/>
              </a:lnSpc>
              <a:spcBef>
                <a:spcPts val="0"/>
              </a:spcBef>
              <a:spcAft>
                <a:spcPts val="0"/>
              </a:spcAft>
              <a:buNone/>
              <a:defRPr b="1" sz="2200">
                <a:solidFill>
                  <a:schemeClr val="lt1"/>
                </a:solidFill>
                <a:latin typeface="Bebas Neue"/>
                <a:ea typeface="Bebas Neue"/>
                <a:cs typeface="Bebas Neue"/>
                <a:sym typeface="Bebas Neue"/>
              </a:defRPr>
            </a:lvl4pPr>
            <a:lvl5pPr lvl="4" rtl="0" algn="ctr">
              <a:lnSpc>
                <a:spcPct val="100000"/>
              </a:lnSpc>
              <a:spcBef>
                <a:spcPts val="0"/>
              </a:spcBef>
              <a:spcAft>
                <a:spcPts val="0"/>
              </a:spcAft>
              <a:buNone/>
              <a:defRPr b="1" sz="2200">
                <a:solidFill>
                  <a:schemeClr val="lt1"/>
                </a:solidFill>
                <a:latin typeface="Bebas Neue"/>
                <a:ea typeface="Bebas Neue"/>
                <a:cs typeface="Bebas Neue"/>
                <a:sym typeface="Bebas Neue"/>
              </a:defRPr>
            </a:lvl5pPr>
            <a:lvl6pPr lvl="5" rtl="0" algn="ctr">
              <a:lnSpc>
                <a:spcPct val="100000"/>
              </a:lnSpc>
              <a:spcBef>
                <a:spcPts val="0"/>
              </a:spcBef>
              <a:spcAft>
                <a:spcPts val="0"/>
              </a:spcAft>
              <a:buNone/>
              <a:defRPr b="1" sz="2200">
                <a:solidFill>
                  <a:schemeClr val="lt1"/>
                </a:solidFill>
                <a:latin typeface="Bebas Neue"/>
                <a:ea typeface="Bebas Neue"/>
                <a:cs typeface="Bebas Neue"/>
                <a:sym typeface="Bebas Neue"/>
              </a:defRPr>
            </a:lvl6pPr>
            <a:lvl7pPr lvl="6" rtl="0" algn="ctr">
              <a:lnSpc>
                <a:spcPct val="100000"/>
              </a:lnSpc>
              <a:spcBef>
                <a:spcPts val="0"/>
              </a:spcBef>
              <a:spcAft>
                <a:spcPts val="0"/>
              </a:spcAft>
              <a:buNone/>
              <a:defRPr b="1" sz="2200">
                <a:solidFill>
                  <a:schemeClr val="lt1"/>
                </a:solidFill>
                <a:latin typeface="Bebas Neue"/>
                <a:ea typeface="Bebas Neue"/>
                <a:cs typeface="Bebas Neue"/>
                <a:sym typeface="Bebas Neue"/>
              </a:defRPr>
            </a:lvl7pPr>
            <a:lvl8pPr lvl="7" rtl="0" algn="ctr">
              <a:lnSpc>
                <a:spcPct val="100000"/>
              </a:lnSpc>
              <a:spcBef>
                <a:spcPts val="0"/>
              </a:spcBef>
              <a:spcAft>
                <a:spcPts val="0"/>
              </a:spcAft>
              <a:buNone/>
              <a:defRPr b="1" sz="2200">
                <a:solidFill>
                  <a:schemeClr val="lt1"/>
                </a:solidFill>
                <a:latin typeface="Bebas Neue"/>
                <a:ea typeface="Bebas Neue"/>
                <a:cs typeface="Bebas Neue"/>
                <a:sym typeface="Bebas Neue"/>
              </a:defRPr>
            </a:lvl8pPr>
            <a:lvl9pPr lvl="8" rtl="0" algn="ctr">
              <a:lnSpc>
                <a:spcPct val="100000"/>
              </a:lnSpc>
              <a:spcBef>
                <a:spcPts val="0"/>
              </a:spcBef>
              <a:spcAft>
                <a:spcPts val="0"/>
              </a:spcAft>
              <a:buNone/>
              <a:defRPr b="1" sz="2200">
                <a:solidFill>
                  <a:schemeClr val="lt1"/>
                </a:solidFill>
                <a:latin typeface="Bebas Neue"/>
                <a:ea typeface="Bebas Neue"/>
                <a:cs typeface="Bebas Neue"/>
                <a:sym typeface="Bebas Neue"/>
              </a:defRPr>
            </a:lvl9pPr>
          </a:lstStyle>
          <a:p/>
        </p:txBody>
      </p:sp>
      <p:sp>
        <p:nvSpPr>
          <p:cNvPr id="163" name="Google Shape;163;p26"/>
          <p:cNvSpPr txBox="1"/>
          <p:nvPr>
            <p:ph idx="2" type="subTitle"/>
          </p:nvPr>
        </p:nvSpPr>
        <p:spPr>
          <a:xfrm>
            <a:off x="3868989" y="2707169"/>
            <a:ext cx="1874400" cy="47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500">
                <a:solidFill>
                  <a:schemeClr val="lt1"/>
                </a:solidFill>
              </a:defRPr>
            </a:lvl1pPr>
            <a:lvl2pPr lvl="1" rtl="0" algn="ctr">
              <a:lnSpc>
                <a:spcPct val="100000"/>
              </a:lnSpc>
              <a:spcBef>
                <a:spcPts val="0"/>
              </a:spcBef>
              <a:spcAft>
                <a:spcPts val="0"/>
              </a:spcAft>
              <a:buNone/>
              <a:defRPr sz="1500">
                <a:solidFill>
                  <a:schemeClr val="lt1"/>
                </a:solidFill>
              </a:defRPr>
            </a:lvl2pPr>
            <a:lvl3pPr lvl="2" rtl="0" algn="ctr">
              <a:lnSpc>
                <a:spcPct val="100000"/>
              </a:lnSpc>
              <a:spcBef>
                <a:spcPts val="0"/>
              </a:spcBef>
              <a:spcAft>
                <a:spcPts val="0"/>
              </a:spcAft>
              <a:buNone/>
              <a:defRPr sz="1500">
                <a:solidFill>
                  <a:schemeClr val="lt1"/>
                </a:solidFill>
              </a:defRPr>
            </a:lvl3pPr>
            <a:lvl4pPr lvl="3" rtl="0" algn="ctr">
              <a:lnSpc>
                <a:spcPct val="100000"/>
              </a:lnSpc>
              <a:spcBef>
                <a:spcPts val="0"/>
              </a:spcBef>
              <a:spcAft>
                <a:spcPts val="0"/>
              </a:spcAft>
              <a:buNone/>
              <a:defRPr sz="1500">
                <a:solidFill>
                  <a:schemeClr val="lt1"/>
                </a:solidFill>
              </a:defRPr>
            </a:lvl4pPr>
            <a:lvl5pPr lvl="4" rtl="0" algn="ctr">
              <a:lnSpc>
                <a:spcPct val="100000"/>
              </a:lnSpc>
              <a:spcBef>
                <a:spcPts val="0"/>
              </a:spcBef>
              <a:spcAft>
                <a:spcPts val="0"/>
              </a:spcAft>
              <a:buNone/>
              <a:defRPr sz="1500">
                <a:solidFill>
                  <a:schemeClr val="lt1"/>
                </a:solidFill>
              </a:defRPr>
            </a:lvl5pPr>
            <a:lvl6pPr lvl="5" rtl="0" algn="ctr">
              <a:lnSpc>
                <a:spcPct val="100000"/>
              </a:lnSpc>
              <a:spcBef>
                <a:spcPts val="0"/>
              </a:spcBef>
              <a:spcAft>
                <a:spcPts val="0"/>
              </a:spcAft>
              <a:buNone/>
              <a:defRPr sz="1500">
                <a:solidFill>
                  <a:schemeClr val="lt1"/>
                </a:solidFill>
              </a:defRPr>
            </a:lvl6pPr>
            <a:lvl7pPr lvl="6" rtl="0" algn="ctr">
              <a:lnSpc>
                <a:spcPct val="100000"/>
              </a:lnSpc>
              <a:spcBef>
                <a:spcPts val="0"/>
              </a:spcBef>
              <a:spcAft>
                <a:spcPts val="0"/>
              </a:spcAft>
              <a:buNone/>
              <a:defRPr sz="1500">
                <a:solidFill>
                  <a:schemeClr val="lt1"/>
                </a:solidFill>
              </a:defRPr>
            </a:lvl7pPr>
            <a:lvl8pPr lvl="7" rtl="0" algn="ctr">
              <a:lnSpc>
                <a:spcPct val="100000"/>
              </a:lnSpc>
              <a:spcBef>
                <a:spcPts val="0"/>
              </a:spcBef>
              <a:spcAft>
                <a:spcPts val="0"/>
              </a:spcAft>
              <a:buNone/>
              <a:defRPr sz="1500">
                <a:solidFill>
                  <a:schemeClr val="lt1"/>
                </a:solidFill>
              </a:defRPr>
            </a:lvl8pPr>
            <a:lvl9pPr lvl="8" rtl="0" algn="ctr">
              <a:lnSpc>
                <a:spcPct val="100000"/>
              </a:lnSpc>
              <a:spcBef>
                <a:spcPts val="0"/>
              </a:spcBef>
              <a:spcAft>
                <a:spcPts val="0"/>
              </a:spcAft>
              <a:buNone/>
              <a:defRPr sz="1500">
                <a:solidFill>
                  <a:schemeClr val="lt1"/>
                </a:solidFill>
              </a:defRPr>
            </a:lvl9pPr>
          </a:lstStyle>
          <a:p/>
        </p:txBody>
      </p:sp>
      <p:sp>
        <p:nvSpPr>
          <p:cNvPr id="164" name="Google Shape;164;p26"/>
          <p:cNvSpPr txBox="1"/>
          <p:nvPr>
            <p:ph idx="3" type="subTitle"/>
          </p:nvPr>
        </p:nvSpPr>
        <p:spPr>
          <a:xfrm>
            <a:off x="6574025" y="2334485"/>
            <a:ext cx="877800" cy="27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165" name="Google Shape;165;p26"/>
          <p:cNvSpPr txBox="1"/>
          <p:nvPr>
            <p:ph idx="4" type="subTitle"/>
          </p:nvPr>
        </p:nvSpPr>
        <p:spPr>
          <a:xfrm>
            <a:off x="6075725" y="2707169"/>
            <a:ext cx="1874400" cy="47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500">
                <a:solidFill>
                  <a:schemeClr val="lt1"/>
                </a:solidFill>
              </a:defRPr>
            </a:lvl1pPr>
            <a:lvl2pPr lvl="1" rtl="0" algn="ctr">
              <a:lnSpc>
                <a:spcPct val="100000"/>
              </a:lnSpc>
              <a:spcBef>
                <a:spcPts val="0"/>
              </a:spcBef>
              <a:spcAft>
                <a:spcPts val="0"/>
              </a:spcAft>
              <a:buNone/>
              <a:defRPr sz="1500">
                <a:solidFill>
                  <a:schemeClr val="lt1"/>
                </a:solidFill>
              </a:defRPr>
            </a:lvl2pPr>
            <a:lvl3pPr lvl="2" rtl="0" algn="ctr">
              <a:lnSpc>
                <a:spcPct val="100000"/>
              </a:lnSpc>
              <a:spcBef>
                <a:spcPts val="0"/>
              </a:spcBef>
              <a:spcAft>
                <a:spcPts val="0"/>
              </a:spcAft>
              <a:buNone/>
              <a:defRPr sz="1500">
                <a:solidFill>
                  <a:schemeClr val="lt1"/>
                </a:solidFill>
              </a:defRPr>
            </a:lvl3pPr>
            <a:lvl4pPr lvl="3" rtl="0" algn="ctr">
              <a:lnSpc>
                <a:spcPct val="100000"/>
              </a:lnSpc>
              <a:spcBef>
                <a:spcPts val="0"/>
              </a:spcBef>
              <a:spcAft>
                <a:spcPts val="0"/>
              </a:spcAft>
              <a:buNone/>
              <a:defRPr sz="1500">
                <a:solidFill>
                  <a:schemeClr val="lt1"/>
                </a:solidFill>
              </a:defRPr>
            </a:lvl4pPr>
            <a:lvl5pPr lvl="4" rtl="0" algn="ctr">
              <a:lnSpc>
                <a:spcPct val="100000"/>
              </a:lnSpc>
              <a:spcBef>
                <a:spcPts val="0"/>
              </a:spcBef>
              <a:spcAft>
                <a:spcPts val="0"/>
              </a:spcAft>
              <a:buNone/>
              <a:defRPr sz="1500">
                <a:solidFill>
                  <a:schemeClr val="lt1"/>
                </a:solidFill>
              </a:defRPr>
            </a:lvl5pPr>
            <a:lvl6pPr lvl="5" rtl="0" algn="ctr">
              <a:lnSpc>
                <a:spcPct val="100000"/>
              </a:lnSpc>
              <a:spcBef>
                <a:spcPts val="0"/>
              </a:spcBef>
              <a:spcAft>
                <a:spcPts val="0"/>
              </a:spcAft>
              <a:buNone/>
              <a:defRPr sz="1500">
                <a:solidFill>
                  <a:schemeClr val="lt1"/>
                </a:solidFill>
              </a:defRPr>
            </a:lvl6pPr>
            <a:lvl7pPr lvl="6" rtl="0" algn="ctr">
              <a:lnSpc>
                <a:spcPct val="100000"/>
              </a:lnSpc>
              <a:spcBef>
                <a:spcPts val="0"/>
              </a:spcBef>
              <a:spcAft>
                <a:spcPts val="0"/>
              </a:spcAft>
              <a:buNone/>
              <a:defRPr sz="1500">
                <a:solidFill>
                  <a:schemeClr val="lt1"/>
                </a:solidFill>
              </a:defRPr>
            </a:lvl7pPr>
            <a:lvl8pPr lvl="7" rtl="0" algn="ctr">
              <a:lnSpc>
                <a:spcPct val="100000"/>
              </a:lnSpc>
              <a:spcBef>
                <a:spcPts val="0"/>
              </a:spcBef>
              <a:spcAft>
                <a:spcPts val="0"/>
              </a:spcAft>
              <a:buNone/>
              <a:defRPr sz="1500">
                <a:solidFill>
                  <a:schemeClr val="lt1"/>
                </a:solidFill>
              </a:defRPr>
            </a:lvl8pPr>
            <a:lvl9pPr lvl="8" rtl="0" algn="ctr">
              <a:lnSpc>
                <a:spcPct val="100000"/>
              </a:lnSpc>
              <a:spcBef>
                <a:spcPts val="0"/>
              </a:spcBef>
              <a:spcAft>
                <a:spcPts val="0"/>
              </a:spcAft>
              <a:buNone/>
              <a:defRPr sz="1500">
                <a:solidFill>
                  <a:schemeClr val="l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ONLY_3_2">
    <p:bg>
      <p:bgPr>
        <a:solidFill>
          <a:schemeClr val="dk1"/>
        </a:solidFill>
      </p:bgPr>
    </p:bg>
    <p:spTree>
      <p:nvGrpSpPr>
        <p:cNvPr id="166" name="Shape 166"/>
        <p:cNvGrpSpPr/>
        <p:nvPr/>
      </p:nvGrpSpPr>
      <p:grpSpPr>
        <a:xfrm>
          <a:off x="0" y="0"/>
          <a:ext cx="0" cy="0"/>
          <a:chOff x="0" y="0"/>
          <a:chExt cx="0" cy="0"/>
        </a:xfrm>
      </p:grpSpPr>
      <p:sp>
        <p:nvSpPr>
          <p:cNvPr id="167" name="Google Shape;167;p27"/>
          <p:cNvSpPr/>
          <p:nvPr/>
        </p:nvSpPr>
        <p:spPr>
          <a:xfrm rot="5400000">
            <a:off x="2171625" y="1555375"/>
            <a:ext cx="5160600" cy="2039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 name="Google Shape;168;p27"/>
          <p:cNvGrpSpPr/>
          <p:nvPr/>
        </p:nvGrpSpPr>
        <p:grpSpPr>
          <a:xfrm flipH="1">
            <a:off x="3732313" y="101275"/>
            <a:ext cx="5282613" cy="4935100"/>
            <a:chOff x="101561" y="101275"/>
            <a:chExt cx="4473000" cy="4935100"/>
          </a:xfrm>
        </p:grpSpPr>
        <p:cxnSp>
          <p:nvCxnSpPr>
            <p:cNvPr id="169" name="Google Shape;169;p27"/>
            <p:cNvCxnSpPr/>
            <p:nvPr/>
          </p:nvCxnSpPr>
          <p:spPr>
            <a:xfrm rot="10800000">
              <a:off x="103276" y="3441000"/>
              <a:ext cx="0" cy="1587600"/>
            </a:xfrm>
            <a:prstGeom prst="straightConnector1">
              <a:avLst/>
            </a:prstGeom>
            <a:noFill/>
            <a:ln cap="flat" cmpd="sng" w="19050">
              <a:solidFill>
                <a:schemeClr val="dk1"/>
              </a:solidFill>
              <a:prstDash val="solid"/>
              <a:round/>
              <a:headEnd len="med" w="med" type="none"/>
              <a:tailEnd len="med" w="med" type="none"/>
            </a:ln>
          </p:spPr>
        </p:cxnSp>
        <p:cxnSp>
          <p:nvCxnSpPr>
            <p:cNvPr id="170" name="Google Shape;170;p27"/>
            <p:cNvCxnSpPr/>
            <p:nvPr/>
          </p:nvCxnSpPr>
          <p:spPr>
            <a:xfrm rot="10800000">
              <a:off x="101561" y="5036375"/>
              <a:ext cx="4473000" cy="0"/>
            </a:xfrm>
            <a:prstGeom prst="straightConnector1">
              <a:avLst/>
            </a:prstGeom>
            <a:noFill/>
            <a:ln cap="flat" cmpd="sng" w="19050">
              <a:solidFill>
                <a:schemeClr val="dk1"/>
              </a:solidFill>
              <a:prstDash val="solid"/>
              <a:round/>
              <a:headEnd len="med" w="med" type="none"/>
              <a:tailEnd len="med" w="med" type="none"/>
            </a:ln>
          </p:spPr>
        </p:cxnSp>
        <p:cxnSp>
          <p:nvCxnSpPr>
            <p:cNvPr id="171" name="Google Shape;171;p27"/>
            <p:cNvCxnSpPr/>
            <p:nvPr/>
          </p:nvCxnSpPr>
          <p:spPr>
            <a:xfrm rot="10800000">
              <a:off x="101561" y="101275"/>
              <a:ext cx="4473000" cy="0"/>
            </a:xfrm>
            <a:prstGeom prst="straightConnector1">
              <a:avLst/>
            </a:prstGeom>
            <a:noFill/>
            <a:ln cap="flat" cmpd="sng" w="19050">
              <a:solidFill>
                <a:schemeClr val="dk1"/>
              </a:solidFill>
              <a:prstDash val="solid"/>
              <a:round/>
              <a:headEnd len="med" w="med" type="none"/>
              <a:tailEnd len="med" w="med" type="none"/>
            </a:ln>
          </p:spPr>
        </p:cxnSp>
        <p:cxnSp>
          <p:nvCxnSpPr>
            <p:cNvPr id="172" name="Google Shape;172;p27"/>
            <p:cNvCxnSpPr/>
            <p:nvPr/>
          </p:nvCxnSpPr>
          <p:spPr>
            <a:xfrm rot="10800000">
              <a:off x="103284" y="115475"/>
              <a:ext cx="0" cy="1747800"/>
            </a:xfrm>
            <a:prstGeom prst="straightConnector1">
              <a:avLst/>
            </a:prstGeom>
            <a:noFill/>
            <a:ln cap="flat" cmpd="sng" w="19050">
              <a:solidFill>
                <a:schemeClr val="dk1"/>
              </a:solidFill>
              <a:prstDash val="solid"/>
              <a:round/>
              <a:headEnd len="med" w="med" type="none"/>
              <a:tailEnd len="med" w="med" type="none"/>
            </a:ln>
          </p:spPr>
        </p:cxnSp>
      </p:grpSp>
      <p:sp>
        <p:nvSpPr>
          <p:cNvPr id="173" name="Google Shape;173;p27"/>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7"/>
          <p:cNvSpPr txBox="1"/>
          <p:nvPr>
            <p:ph type="title"/>
          </p:nvPr>
        </p:nvSpPr>
        <p:spPr>
          <a:xfrm>
            <a:off x="713225" y="539500"/>
            <a:ext cx="2169300" cy="1346700"/>
          </a:xfrm>
          <a:prstGeom prst="rect">
            <a:avLst/>
          </a:prstGeom>
        </p:spPr>
        <p:txBody>
          <a:bodyPr anchorCtr="0" anchor="ctr" bIns="91425" lIns="91425" spcFirstLastPara="1" rIns="91425" wrap="square" tIns="91425">
            <a:noAutofit/>
          </a:bodyPr>
          <a:lstStyle>
            <a:lvl1pPr lvl="0" rtl="0">
              <a:spcBef>
                <a:spcPts val="0"/>
              </a:spcBef>
              <a:spcAft>
                <a:spcPts val="0"/>
              </a:spcAft>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5" name="Google Shape;175;p27"/>
          <p:cNvSpPr txBox="1"/>
          <p:nvPr>
            <p:ph idx="1" type="subTitle"/>
          </p:nvPr>
        </p:nvSpPr>
        <p:spPr>
          <a:xfrm>
            <a:off x="3814725" y="539500"/>
            <a:ext cx="1874400" cy="278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b="1" sz="22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b="1" sz="22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b="1" sz="22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b="1" sz="22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b="1" sz="22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b="1" sz="22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b="1" sz="22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b="1" sz="2200">
                <a:solidFill>
                  <a:schemeClr val="dk1"/>
                </a:solidFill>
                <a:latin typeface="Bebas Neue"/>
                <a:ea typeface="Bebas Neue"/>
                <a:cs typeface="Bebas Neue"/>
                <a:sym typeface="Bebas Neue"/>
              </a:defRPr>
            </a:lvl9pPr>
          </a:lstStyle>
          <a:p/>
        </p:txBody>
      </p:sp>
      <p:sp>
        <p:nvSpPr>
          <p:cNvPr id="176" name="Google Shape;176;p27"/>
          <p:cNvSpPr txBox="1"/>
          <p:nvPr>
            <p:ph idx="2" type="subTitle"/>
          </p:nvPr>
        </p:nvSpPr>
        <p:spPr>
          <a:xfrm>
            <a:off x="3814725" y="912194"/>
            <a:ext cx="1874400" cy="472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9pPr>
          </a:lstStyle>
          <a:p/>
        </p:txBody>
      </p:sp>
      <p:sp>
        <p:nvSpPr>
          <p:cNvPr id="177" name="Google Shape;177;p27"/>
          <p:cNvSpPr txBox="1"/>
          <p:nvPr>
            <p:ph idx="3" type="subTitle"/>
          </p:nvPr>
        </p:nvSpPr>
        <p:spPr>
          <a:xfrm>
            <a:off x="3814725" y="2039536"/>
            <a:ext cx="1874400" cy="278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178" name="Google Shape;178;p27"/>
          <p:cNvSpPr txBox="1"/>
          <p:nvPr>
            <p:ph idx="4" type="subTitle"/>
          </p:nvPr>
        </p:nvSpPr>
        <p:spPr>
          <a:xfrm>
            <a:off x="3814725" y="2412230"/>
            <a:ext cx="1874400" cy="472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9pPr>
          </a:lstStyle>
          <a:p/>
        </p:txBody>
      </p:sp>
      <p:sp>
        <p:nvSpPr>
          <p:cNvPr id="179" name="Google Shape;179;p27"/>
          <p:cNvSpPr txBox="1"/>
          <p:nvPr>
            <p:ph idx="5" type="subTitle"/>
          </p:nvPr>
        </p:nvSpPr>
        <p:spPr>
          <a:xfrm>
            <a:off x="3814725" y="3539400"/>
            <a:ext cx="1874400" cy="278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180" name="Google Shape;180;p27"/>
          <p:cNvSpPr txBox="1"/>
          <p:nvPr>
            <p:ph idx="6" type="subTitle"/>
          </p:nvPr>
        </p:nvSpPr>
        <p:spPr>
          <a:xfrm>
            <a:off x="3814725" y="3912094"/>
            <a:ext cx="1874400" cy="472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TITLE_ONLY_3_1">
    <p:spTree>
      <p:nvGrpSpPr>
        <p:cNvPr id="181" name="Shape 181"/>
        <p:cNvGrpSpPr/>
        <p:nvPr/>
      </p:nvGrpSpPr>
      <p:grpSpPr>
        <a:xfrm>
          <a:off x="0" y="0"/>
          <a:ext cx="0" cy="0"/>
          <a:chOff x="0" y="0"/>
          <a:chExt cx="0" cy="0"/>
        </a:xfrm>
      </p:grpSpPr>
      <p:sp>
        <p:nvSpPr>
          <p:cNvPr id="182" name="Google Shape;182;p28"/>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8"/>
          <p:cNvSpPr/>
          <p:nvPr/>
        </p:nvSpPr>
        <p:spPr>
          <a:xfrm>
            <a:off x="-25974" y="1501134"/>
            <a:ext cx="5967900" cy="2135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84" name="Google Shape;184;p28"/>
          <p:cNvSpPr txBox="1"/>
          <p:nvPr>
            <p:ph type="title"/>
          </p:nvPr>
        </p:nvSpPr>
        <p:spPr>
          <a:xfrm>
            <a:off x="6391941" y="1898400"/>
            <a:ext cx="2169300" cy="1346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5" name="Google Shape;185;p28"/>
          <p:cNvSpPr txBox="1"/>
          <p:nvPr>
            <p:ph idx="1" type="subTitle"/>
          </p:nvPr>
        </p:nvSpPr>
        <p:spPr>
          <a:xfrm>
            <a:off x="1433564" y="2334485"/>
            <a:ext cx="877800" cy="27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gn="ctr">
              <a:lnSpc>
                <a:spcPct val="100000"/>
              </a:lnSpc>
              <a:spcBef>
                <a:spcPts val="0"/>
              </a:spcBef>
              <a:spcAft>
                <a:spcPts val="0"/>
              </a:spcAft>
              <a:buNone/>
              <a:defRPr b="1" sz="2200">
                <a:solidFill>
                  <a:schemeClr val="lt1"/>
                </a:solidFill>
                <a:latin typeface="Bebas Neue"/>
                <a:ea typeface="Bebas Neue"/>
                <a:cs typeface="Bebas Neue"/>
                <a:sym typeface="Bebas Neue"/>
              </a:defRPr>
            </a:lvl2pPr>
            <a:lvl3pPr lvl="2" rtl="0" algn="ctr">
              <a:lnSpc>
                <a:spcPct val="100000"/>
              </a:lnSpc>
              <a:spcBef>
                <a:spcPts val="0"/>
              </a:spcBef>
              <a:spcAft>
                <a:spcPts val="0"/>
              </a:spcAft>
              <a:buNone/>
              <a:defRPr b="1" sz="2200">
                <a:solidFill>
                  <a:schemeClr val="lt1"/>
                </a:solidFill>
                <a:latin typeface="Bebas Neue"/>
                <a:ea typeface="Bebas Neue"/>
                <a:cs typeface="Bebas Neue"/>
                <a:sym typeface="Bebas Neue"/>
              </a:defRPr>
            </a:lvl3pPr>
            <a:lvl4pPr lvl="3" rtl="0" algn="ctr">
              <a:lnSpc>
                <a:spcPct val="100000"/>
              </a:lnSpc>
              <a:spcBef>
                <a:spcPts val="0"/>
              </a:spcBef>
              <a:spcAft>
                <a:spcPts val="0"/>
              </a:spcAft>
              <a:buNone/>
              <a:defRPr b="1" sz="2200">
                <a:solidFill>
                  <a:schemeClr val="lt1"/>
                </a:solidFill>
                <a:latin typeface="Bebas Neue"/>
                <a:ea typeface="Bebas Neue"/>
                <a:cs typeface="Bebas Neue"/>
                <a:sym typeface="Bebas Neue"/>
              </a:defRPr>
            </a:lvl4pPr>
            <a:lvl5pPr lvl="4" rtl="0" algn="ctr">
              <a:lnSpc>
                <a:spcPct val="100000"/>
              </a:lnSpc>
              <a:spcBef>
                <a:spcPts val="0"/>
              </a:spcBef>
              <a:spcAft>
                <a:spcPts val="0"/>
              </a:spcAft>
              <a:buNone/>
              <a:defRPr b="1" sz="2200">
                <a:solidFill>
                  <a:schemeClr val="lt1"/>
                </a:solidFill>
                <a:latin typeface="Bebas Neue"/>
                <a:ea typeface="Bebas Neue"/>
                <a:cs typeface="Bebas Neue"/>
                <a:sym typeface="Bebas Neue"/>
              </a:defRPr>
            </a:lvl5pPr>
            <a:lvl6pPr lvl="5" rtl="0" algn="ctr">
              <a:lnSpc>
                <a:spcPct val="100000"/>
              </a:lnSpc>
              <a:spcBef>
                <a:spcPts val="0"/>
              </a:spcBef>
              <a:spcAft>
                <a:spcPts val="0"/>
              </a:spcAft>
              <a:buNone/>
              <a:defRPr b="1" sz="2200">
                <a:solidFill>
                  <a:schemeClr val="lt1"/>
                </a:solidFill>
                <a:latin typeface="Bebas Neue"/>
                <a:ea typeface="Bebas Neue"/>
                <a:cs typeface="Bebas Neue"/>
                <a:sym typeface="Bebas Neue"/>
              </a:defRPr>
            </a:lvl6pPr>
            <a:lvl7pPr lvl="6" rtl="0" algn="ctr">
              <a:lnSpc>
                <a:spcPct val="100000"/>
              </a:lnSpc>
              <a:spcBef>
                <a:spcPts val="0"/>
              </a:spcBef>
              <a:spcAft>
                <a:spcPts val="0"/>
              </a:spcAft>
              <a:buNone/>
              <a:defRPr b="1" sz="2200">
                <a:solidFill>
                  <a:schemeClr val="lt1"/>
                </a:solidFill>
                <a:latin typeface="Bebas Neue"/>
                <a:ea typeface="Bebas Neue"/>
                <a:cs typeface="Bebas Neue"/>
                <a:sym typeface="Bebas Neue"/>
              </a:defRPr>
            </a:lvl7pPr>
            <a:lvl8pPr lvl="7" rtl="0" algn="ctr">
              <a:lnSpc>
                <a:spcPct val="100000"/>
              </a:lnSpc>
              <a:spcBef>
                <a:spcPts val="0"/>
              </a:spcBef>
              <a:spcAft>
                <a:spcPts val="0"/>
              </a:spcAft>
              <a:buNone/>
              <a:defRPr b="1" sz="2200">
                <a:solidFill>
                  <a:schemeClr val="lt1"/>
                </a:solidFill>
                <a:latin typeface="Bebas Neue"/>
                <a:ea typeface="Bebas Neue"/>
                <a:cs typeface="Bebas Neue"/>
                <a:sym typeface="Bebas Neue"/>
              </a:defRPr>
            </a:lvl8pPr>
            <a:lvl9pPr lvl="8" rtl="0" algn="ctr">
              <a:lnSpc>
                <a:spcPct val="100000"/>
              </a:lnSpc>
              <a:spcBef>
                <a:spcPts val="0"/>
              </a:spcBef>
              <a:spcAft>
                <a:spcPts val="0"/>
              </a:spcAft>
              <a:buNone/>
              <a:defRPr b="1" sz="2200">
                <a:solidFill>
                  <a:schemeClr val="lt1"/>
                </a:solidFill>
                <a:latin typeface="Bebas Neue"/>
                <a:ea typeface="Bebas Neue"/>
                <a:cs typeface="Bebas Neue"/>
                <a:sym typeface="Bebas Neue"/>
              </a:defRPr>
            </a:lvl9pPr>
          </a:lstStyle>
          <a:p/>
        </p:txBody>
      </p:sp>
      <p:sp>
        <p:nvSpPr>
          <p:cNvPr id="186" name="Google Shape;186;p28"/>
          <p:cNvSpPr txBox="1"/>
          <p:nvPr>
            <p:ph idx="2" type="subTitle"/>
          </p:nvPr>
        </p:nvSpPr>
        <p:spPr>
          <a:xfrm>
            <a:off x="935264" y="2705684"/>
            <a:ext cx="1874400" cy="47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500">
                <a:solidFill>
                  <a:schemeClr val="lt1"/>
                </a:solidFill>
              </a:defRPr>
            </a:lvl1pPr>
            <a:lvl2pPr lvl="1" rtl="0" algn="ctr">
              <a:lnSpc>
                <a:spcPct val="100000"/>
              </a:lnSpc>
              <a:spcBef>
                <a:spcPts val="0"/>
              </a:spcBef>
              <a:spcAft>
                <a:spcPts val="0"/>
              </a:spcAft>
              <a:buNone/>
              <a:defRPr sz="1500">
                <a:solidFill>
                  <a:schemeClr val="lt1"/>
                </a:solidFill>
              </a:defRPr>
            </a:lvl2pPr>
            <a:lvl3pPr lvl="2" rtl="0" algn="ctr">
              <a:lnSpc>
                <a:spcPct val="100000"/>
              </a:lnSpc>
              <a:spcBef>
                <a:spcPts val="0"/>
              </a:spcBef>
              <a:spcAft>
                <a:spcPts val="0"/>
              </a:spcAft>
              <a:buNone/>
              <a:defRPr sz="1500">
                <a:solidFill>
                  <a:schemeClr val="lt1"/>
                </a:solidFill>
              </a:defRPr>
            </a:lvl3pPr>
            <a:lvl4pPr lvl="3" rtl="0" algn="ctr">
              <a:lnSpc>
                <a:spcPct val="100000"/>
              </a:lnSpc>
              <a:spcBef>
                <a:spcPts val="0"/>
              </a:spcBef>
              <a:spcAft>
                <a:spcPts val="0"/>
              </a:spcAft>
              <a:buNone/>
              <a:defRPr sz="1500">
                <a:solidFill>
                  <a:schemeClr val="lt1"/>
                </a:solidFill>
              </a:defRPr>
            </a:lvl4pPr>
            <a:lvl5pPr lvl="4" rtl="0" algn="ctr">
              <a:lnSpc>
                <a:spcPct val="100000"/>
              </a:lnSpc>
              <a:spcBef>
                <a:spcPts val="0"/>
              </a:spcBef>
              <a:spcAft>
                <a:spcPts val="0"/>
              </a:spcAft>
              <a:buNone/>
              <a:defRPr sz="1500">
                <a:solidFill>
                  <a:schemeClr val="lt1"/>
                </a:solidFill>
              </a:defRPr>
            </a:lvl5pPr>
            <a:lvl6pPr lvl="5" rtl="0" algn="ctr">
              <a:lnSpc>
                <a:spcPct val="100000"/>
              </a:lnSpc>
              <a:spcBef>
                <a:spcPts val="0"/>
              </a:spcBef>
              <a:spcAft>
                <a:spcPts val="0"/>
              </a:spcAft>
              <a:buNone/>
              <a:defRPr sz="1500">
                <a:solidFill>
                  <a:schemeClr val="lt1"/>
                </a:solidFill>
              </a:defRPr>
            </a:lvl6pPr>
            <a:lvl7pPr lvl="6" rtl="0" algn="ctr">
              <a:lnSpc>
                <a:spcPct val="100000"/>
              </a:lnSpc>
              <a:spcBef>
                <a:spcPts val="0"/>
              </a:spcBef>
              <a:spcAft>
                <a:spcPts val="0"/>
              </a:spcAft>
              <a:buNone/>
              <a:defRPr sz="1500">
                <a:solidFill>
                  <a:schemeClr val="lt1"/>
                </a:solidFill>
              </a:defRPr>
            </a:lvl7pPr>
            <a:lvl8pPr lvl="7" rtl="0" algn="ctr">
              <a:lnSpc>
                <a:spcPct val="100000"/>
              </a:lnSpc>
              <a:spcBef>
                <a:spcPts val="0"/>
              </a:spcBef>
              <a:spcAft>
                <a:spcPts val="0"/>
              </a:spcAft>
              <a:buNone/>
              <a:defRPr sz="1500">
                <a:solidFill>
                  <a:schemeClr val="lt1"/>
                </a:solidFill>
              </a:defRPr>
            </a:lvl8pPr>
            <a:lvl9pPr lvl="8" rtl="0" algn="ctr">
              <a:lnSpc>
                <a:spcPct val="100000"/>
              </a:lnSpc>
              <a:spcBef>
                <a:spcPts val="0"/>
              </a:spcBef>
              <a:spcAft>
                <a:spcPts val="0"/>
              </a:spcAft>
              <a:buNone/>
              <a:defRPr sz="1500">
                <a:solidFill>
                  <a:schemeClr val="lt1"/>
                </a:solidFill>
              </a:defRPr>
            </a:lvl9pPr>
          </a:lstStyle>
          <a:p/>
        </p:txBody>
      </p:sp>
      <p:sp>
        <p:nvSpPr>
          <p:cNvPr id="187" name="Google Shape;187;p28"/>
          <p:cNvSpPr txBox="1"/>
          <p:nvPr>
            <p:ph idx="3" type="subTitle"/>
          </p:nvPr>
        </p:nvSpPr>
        <p:spPr>
          <a:xfrm>
            <a:off x="3892018" y="2327453"/>
            <a:ext cx="877800" cy="27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188" name="Google Shape;188;p28"/>
          <p:cNvSpPr txBox="1"/>
          <p:nvPr>
            <p:ph idx="4" type="subTitle"/>
          </p:nvPr>
        </p:nvSpPr>
        <p:spPr>
          <a:xfrm>
            <a:off x="3393718" y="2705684"/>
            <a:ext cx="1874400" cy="47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500">
                <a:solidFill>
                  <a:schemeClr val="lt1"/>
                </a:solidFill>
              </a:defRPr>
            </a:lvl1pPr>
            <a:lvl2pPr lvl="1" rtl="0" algn="ctr">
              <a:lnSpc>
                <a:spcPct val="100000"/>
              </a:lnSpc>
              <a:spcBef>
                <a:spcPts val="0"/>
              </a:spcBef>
              <a:spcAft>
                <a:spcPts val="0"/>
              </a:spcAft>
              <a:buNone/>
              <a:defRPr sz="1500">
                <a:solidFill>
                  <a:schemeClr val="lt1"/>
                </a:solidFill>
              </a:defRPr>
            </a:lvl2pPr>
            <a:lvl3pPr lvl="2" rtl="0" algn="ctr">
              <a:lnSpc>
                <a:spcPct val="100000"/>
              </a:lnSpc>
              <a:spcBef>
                <a:spcPts val="0"/>
              </a:spcBef>
              <a:spcAft>
                <a:spcPts val="0"/>
              </a:spcAft>
              <a:buNone/>
              <a:defRPr sz="1500">
                <a:solidFill>
                  <a:schemeClr val="lt1"/>
                </a:solidFill>
              </a:defRPr>
            </a:lvl3pPr>
            <a:lvl4pPr lvl="3" rtl="0" algn="ctr">
              <a:lnSpc>
                <a:spcPct val="100000"/>
              </a:lnSpc>
              <a:spcBef>
                <a:spcPts val="0"/>
              </a:spcBef>
              <a:spcAft>
                <a:spcPts val="0"/>
              </a:spcAft>
              <a:buNone/>
              <a:defRPr sz="1500">
                <a:solidFill>
                  <a:schemeClr val="lt1"/>
                </a:solidFill>
              </a:defRPr>
            </a:lvl4pPr>
            <a:lvl5pPr lvl="4" rtl="0" algn="ctr">
              <a:lnSpc>
                <a:spcPct val="100000"/>
              </a:lnSpc>
              <a:spcBef>
                <a:spcPts val="0"/>
              </a:spcBef>
              <a:spcAft>
                <a:spcPts val="0"/>
              </a:spcAft>
              <a:buNone/>
              <a:defRPr sz="1500">
                <a:solidFill>
                  <a:schemeClr val="lt1"/>
                </a:solidFill>
              </a:defRPr>
            </a:lvl5pPr>
            <a:lvl6pPr lvl="5" rtl="0" algn="ctr">
              <a:lnSpc>
                <a:spcPct val="100000"/>
              </a:lnSpc>
              <a:spcBef>
                <a:spcPts val="0"/>
              </a:spcBef>
              <a:spcAft>
                <a:spcPts val="0"/>
              </a:spcAft>
              <a:buNone/>
              <a:defRPr sz="1500">
                <a:solidFill>
                  <a:schemeClr val="lt1"/>
                </a:solidFill>
              </a:defRPr>
            </a:lvl6pPr>
            <a:lvl7pPr lvl="6" rtl="0" algn="ctr">
              <a:lnSpc>
                <a:spcPct val="100000"/>
              </a:lnSpc>
              <a:spcBef>
                <a:spcPts val="0"/>
              </a:spcBef>
              <a:spcAft>
                <a:spcPts val="0"/>
              </a:spcAft>
              <a:buNone/>
              <a:defRPr sz="1500">
                <a:solidFill>
                  <a:schemeClr val="lt1"/>
                </a:solidFill>
              </a:defRPr>
            </a:lvl7pPr>
            <a:lvl8pPr lvl="7" rtl="0" algn="ctr">
              <a:lnSpc>
                <a:spcPct val="100000"/>
              </a:lnSpc>
              <a:spcBef>
                <a:spcPts val="0"/>
              </a:spcBef>
              <a:spcAft>
                <a:spcPts val="0"/>
              </a:spcAft>
              <a:buNone/>
              <a:defRPr sz="1500">
                <a:solidFill>
                  <a:schemeClr val="lt1"/>
                </a:solidFill>
              </a:defRPr>
            </a:lvl8pPr>
            <a:lvl9pPr lvl="8" rtl="0" algn="ctr">
              <a:lnSpc>
                <a:spcPct val="100000"/>
              </a:lnSpc>
              <a:spcBef>
                <a:spcPts val="0"/>
              </a:spcBef>
              <a:spcAft>
                <a:spcPts val="0"/>
              </a:spcAft>
              <a:buNone/>
              <a:defRPr sz="1500">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5">
  <p:cSld name="TITLE_ONLY_3_1_1">
    <p:bg>
      <p:bgPr>
        <a:solidFill>
          <a:schemeClr val="dk1"/>
        </a:solidFill>
      </p:bgPr>
    </p:bg>
    <p:spTree>
      <p:nvGrpSpPr>
        <p:cNvPr id="189" name="Shape 189"/>
        <p:cNvGrpSpPr/>
        <p:nvPr/>
      </p:nvGrpSpPr>
      <p:grpSpPr>
        <a:xfrm>
          <a:off x="0" y="0"/>
          <a:ext cx="0" cy="0"/>
          <a:chOff x="0" y="0"/>
          <a:chExt cx="0" cy="0"/>
        </a:xfrm>
      </p:grpSpPr>
      <p:sp>
        <p:nvSpPr>
          <p:cNvPr id="190" name="Google Shape;190;p29"/>
          <p:cNvSpPr/>
          <p:nvPr/>
        </p:nvSpPr>
        <p:spPr>
          <a:xfrm>
            <a:off x="101550" y="109375"/>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9"/>
          <p:cNvSpPr/>
          <p:nvPr/>
        </p:nvSpPr>
        <p:spPr>
          <a:xfrm rot="5400000">
            <a:off x="2171625" y="1555375"/>
            <a:ext cx="5160600" cy="2039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9"/>
          <p:cNvSpPr txBox="1"/>
          <p:nvPr>
            <p:ph type="title"/>
          </p:nvPr>
        </p:nvSpPr>
        <p:spPr>
          <a:xfrm>
            <a:off x="6391941" y="1898400"/>
            <a:ext cx="2169300" cy="13467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lt1"/>
              </a:buClr>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3" name="Google Shape;193;p29"/>
          <p:cNvSpPr txBox="1"/>
          <p:nvPr>
            <p:ph idx="1" type="subTitle"/>
          </p:nvPr>
        </p:nvSpPr>
        <p:spPr>
          <a:xfrm>
            <a:off x="3814725" y="537500"/>
            <a:ext cx="1874400" cy="2781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r">
              <a:lnSpc>
                <a:spcPct val="100000"/>
              </a:lnSpc>
              <a:spcBef>
                <a:spcPts val="0"/>
              </a:spcBef>
              <a:spcAft>
                <a:spcPts val="0"/>
              </a:spcAft>
              <a:buNone/>
              <a:defRPr b="1" sz="2200">
                <a:solidFill>
                  <a:schemeClr val="dk1"/>
                </a:solidFill>
                <a:latin typeface="Bebas Neue"/>
                <a:ea typeface="Bebas Neue"/>
                <a:cs typeface="Bebas Neue"/>
                <a:sym typeface="Bebas Neue"/>
              </a:defRPr>
            </a:lvl2pPr>
            <a:lvl3pPr lvl="2" rtl="0" algn="r">
              <a:lnSpc>
                <a:spcPct val="100000"/>
              </a:lnSpc>
              <a:spcBef>
                <a:spcPts val="0"/>
              </a:spcBef>
              <a:spcAft>
                <a:spcPts val="0"/>
              </a:spcAft>
              <a:buNone/>
              <a:defRPr b="1" sz="2200">
                <a:solidFill>
                  <a:schemeClr val="dk1"/>
                </a:solidFill>
                <a:latin typeface="Bebas Neue"/>
                <a:ea typeface="Bebas Neue"/>
                <a:cs typeface="Bebas Neue"/>
                <a:sym typeface="Bebas Neue"/>
              </a:defRPr>
            </a:lvl3pPr>
            <a:lvl4pPr lvl="3" rtl="0" algn="r">
              <a:lnSpc>
                <a:spcPct val="100000"/>
              </a:lnSpc>
              <a:spcBef>
                <a:spcPts val="0"/>
              </a:spcBef>
              <a:spcAft>
                <a:spcPts val="0"/>
              </a:spcAft>
              <a:buNone/>
              <a:defRPr b="1" sz="2200">
                <a:solidFill>
                  <a:schemeClr val="dk1"/>
                </a:solidFill>
                <a:latin typeface="Bebas Neue"/>
                <a:ea typeface="Bebas Neue"/>
                <a:cs typeface="Bebas Neue"/>
                <a:sym typeface="Bebas Neue"/>
              </a:defRPr>
            </a:lvl4pPr>
            <a:lvl5pPr lvl="4" rtl="0" algn="r">
              <a:lnSpc>
                <a:spcPct val="100000"/>
              </a:lnSpc>
              <a:spcBef>
                <a:spcPts val="0"/>
              </a:spcBef>
              <a:spcAft>
                <a:spcPts val="0"/>
              </a:spcAft>
              <a:buNone/>
              <a:defRPr b="1" sz="2200">
                <a:solidFill>
                  <a:schemeClr val="dk1"/>
                </a:solidFill>
                <a:latin typeface="Bebas Neue"/>
                <a:ea typeface="Bebas Neue"/>
                <a:cs typeface="Bebas Neue"/>
                <a:sym typeface="Bebas Neue"/>
              </a:defRPr>
            </a:lvl5pPr>
            <a:lvl6pPr lvl="5" rtl="0" algn="r">
              <a:lnSpc>
                <a:spcPct val="100000"/>
              </a:lnSpc>
              <a:spcBef>
                <a:spcPts val="0"/>
              </a:spcBef>
              <a:spcAft>
                <a:spcPts val="0"/>
              </a:spcAft>
              <a:buNone/>
              <a:defRPr b="1" sz="2200">
                <a:solidFill>
                  <a:schemeClr val="dk1"/>
                </a:solidFill>
                <a:latin typeface="Bebas Neue"/>
                <a:ea typeface="Bebas Neue"/>
                <a:cs typeface="Bebas Neue"/>
                <a:sym typeface="Bebas Neue"/>
              </a:defRPr>
            </a:lvl6pPr>
            <a:lvl7pPr lvl="6" rtl="0" algn="r">
              <a:lnSpc>
                <a:spcPct val="100000"/>
              </a:lnSpc>
              <a:spcBef>
                <a:spcPts val="0"/>
              </a:spcBef>
              <a:spcAft>
                <a:spcPts val="0"/>
              </a:spcAft>
              <a:buNone/>
              <a:defRPr b="1" sz="2200">
                <a:solidFill>
                  <a:schemeClr val="dk1"/>
                </a:solidFill>
                <a:latin typeface="Bebas Neue"/>
                <a:ea typeface="Bebas Neue"/>
                <a:cs typeface="Bebas Neue"/>
                <a:sym typeface="Bebas Neue"/>
              </a:defRPr>
            </a:lvl7pPr>
            <a:lvl8pPr lvl="7" rtl="0" algn="r">
              <a:lnSpc>
                <a:spcPct val="100000"/>
              </a:lnSpc>
              <a:spcBef>
                <a:spcPts val="0"/>
              </a:spcBef>
              <a:spcAft>
                <a:spcPts val="0"/>
              </a:spcAft>
              <a:buNone/>
              <a:defRPr b="1" sz="2200">
                <a:solidFill>
                  <a:schemeClr val="dk1"/>
                </a:solidFill>
                <a:latin typeface="Bebas Neue"/>
                <a:ea typeface="Bebas Neue"/>
                <a:cs typeface="Bebas Neue"/>
                <a:sym typeface="Bebas Neue"/>
              </a:defRPr>
            </a:lvl8pPr>
            <a:lvl9pPr lvl="8" rtl="0" algn="r">
              <a:lnSpc>
                <a:spcPct val="100000"/>
              </a:lnSpc>
              <a:spcBef>
                <a:spcPts val="0"/>
              </a:spcBef>
              <a:spcAft>
                <a:spcPts val="0"/>
              </a:spcAft>
              <a:buNone/>
              <a:defRPr b="1" sz="2200">
                <a:solidFill>
                  <a:schemeClr val="dk1"/>
                </a:solidFill>
                <a:latin typeface="Bebas Neue"/>
                <a:ea typeface="Bebas Neue"/>
                <a:cs typeface="Bebas Neue"/>
                <a:sym typeface="Bebas Neue"/>
              </a:defRPr>
            </a:lvl9pPr>
          </a:lstStyle>
          <a:p/>
        </p:txBody>
      </p:sp>
      <p:sp>
        <p:nvSpPr>
          <p:cNvPr id="194" name="Google Shape;194;p29"/>
          <p:cNvSpPr txBox="1"/>
          <p:nvPr>
            <p:ph idx="2" type="subTitle"/>
          </p:nvPr>
        </p:nvSpPr>
        <p:spPr>
          <a:xfrm>
            <a:off x="3814725" y="908709"/>
            <a:ext cx="1874400" cy="472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2pPr>
            <a:lvl3pPr lvl="2"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3pPr>
            <a:lvl4pPr lvl="3"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4pPr>
            <a:lvl5pPr lvl="4"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5pPr>
            <a:lvl6pPr lvl="5"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6pPr>
            <a:lvl7pPr lvl="6"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7pPr>
            <a:lvl8pPr lvl="7"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8pPr>
            <a:lvl9pPr lvl="8"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9pPr>
          </a:lstStyle>
          <a:p/>
        </p:txBody>
      </p:sp>
      <p:sp>
        <p:nvSpPr>
          <p:cNvPr id="195" name="Google Shape;195;p29"/>
          <p:cNvSpPr txBox="1"/>
          <p:nvPr>
            <p:ph idx="3" type="subTitle"/>
          </p:nvPr>
        </p:nvSpPr>
        <p:spPr>
          <a:xfrm>
            <a:off x="3814725" y="2150549"/>
            <a:ext cx="1874400" cy="2781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196" name="Google Shape;196;p29"/>
          <p:cNvSpPr txBox="1"/>
          <p:nvPr>
            <p:ph idx="4" type="subTitle"/>
          </p:nvPr>
        </p:nvSpPr>
        <p:spPr>
          <a:xfrm>
            <a:off x="3814725" y="2531948"/>
            <a:ext cx="1874400" cy="472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2pPr>
            <a:lvl3pPr lvl="2"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3pPr>
            <a:lvl4pPr lvl="3"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4pPr>
            <a:lvl5pPr lvl="4"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5pPr>
            <a:lvl6pPr lvl="5"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6pPr>
            <a:lvl7pPr lvl="6"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7pPr>
            <a:lvl8pPr lvl="7"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8pPr>
            <a:lvl9pPr lvl="8"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9pPr>
          </a:lstStyle>
          <a:p/>
        </p:txBody>
      </p:sp>
      <p:sp>
        <p:nvSpPr>
          <p:cNvPr id="197" name="Google Shape;197;p29"/>
          <p:cNvSpPr txBox="1"/>
          <p:nvPr>
            <p:ph idx="5" type="subTitle"/>
          </p:nvPr>
        </p:nvSpPr>
        <p:spPr>
          <a:xfrm>
            <a:off x="3814725" y="3770513"/>
            <a:ext cx="1874400" cy="2781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198" name="Google Shape;198;p29"/>
          <p:cNvSpPr txBox="1"/>
          <p:nvPr>
            <p:ph idx="6" type="subTitle"/>
          </p:nvPr>
        </p:nvSpPr>
        <p:spPr>
          <a:xfrm>
            <a:off x="3814725" y="4151913"/>
            <a:ext cx="1874400" cy="472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2pPr>
            <a:lvl3pPr lvl="2"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3pPr>
            <a:lvl4pPr lvl="3"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4pPr>
            <a:lvl5pPr lvl="4"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5pPr>
            <a:lvl6pPr lvl="5"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6pPr>
            <a:lvl7pPr lvl="6"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7pPr>
            <a:lvl8pPr lvl="7"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8pPr>
            <a:lvl9pPr lvl="8"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
    <p:bg>
      <p:bgPr>
        <a:solidFill>
          <a:schemeClr val="dk1"/>
        </a:solidFill>
      </p:bgPr>
    </p:bg>
    <p:spTree>
      <p:nvGrpSpPr>
        <p:cNvPr id="199" name="Shape 199"/>
        <p:cNvGrpSpPr/>
        <p:nvPr/>
      </p:nvGrpSpPr>
      <p:grpSpPr>
        <a:xfrm>
          <a:off x="0" y="0"/>
          <a:ext cx="0" cy="0"/>
          <a:chOff x="0" y="0"/>
          <a:chExt cx="0" cy="0"/>
        </a:xfrm>
      </p:grpSpPr>
      <p:sp>
        <p:nvSpPr>
          <p:cNvPr id="200" name="Google Shape;200;p30"/>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0"/>
          <p:cNvSpPr txBox="1"/>
          <p:nvPr>
            <p:ph type="title"/>
          </p:nvPr>
        </p:nvSpPr>
        <p:spPr>
          <a:xfrm>
            <a:off x="625300" y="323675"/>
            <a:ext cx="7805400" cy="641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_2">
    <p:bg>
      <p:bgPr>
        <a:solidFill>
          <a:schemeClr val="lt1"/>
        </a:solidFill>
      </p:bgPr>
    </p:bg>
    <p:spTree>
      <p:nvGrpSpPr>
        <p:cNvPr id="202" name="Shape 202"/>
        <p:cNvGrpSpPr/>
        <p:nvPr/>
      </p:nvGrpSpPr>
      <p:grpSpPr>
        <a:xfrm>
          <a:off x="0" y="0"/>
          <a:ext cx="0" cy="0"/>
          <a:chOff x="0" y="0"/>
          <a:chExt cx="0" cy="0"/>
        </a:xfrm>
      </p:grpSpPr>
      <p:sp>
        <p:nvSpPr>
          <p:cNvPr id="203" name="Google Shape;203;p31"/>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1"/>
          <p:cNvSpPr txBox="1"/>
          <p:nvPr>
            <p:ph type="title"/>
          </p:nvPr>
        </p:nvSpPr>
        <p:spPr>
          <a:xfrm>
            <a:off x="625300" y="323675"/>
            <a:ext cx="7805400" cy="64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_1">
    <p:bg>
      <p:bgPr>
        <a:solidFill>
          <a:schemeClr val="dk1"/>
        </a:solidFill>
      </p:bgPr>
    </p:bg>
    <p:spTree>
      <p:nvGrpSpPr>
        <p:cNvPr id="205" name="Shape 205"/>
        <p:cNvGrpSpPr/>
        <p:nvPr/>
      </p:nvGrpSpPr>
      <p:grpSpPr>
        <a:xfrm>
          <a:off x="0" y="0"/>
          <a:ext cx="0" cy="0"/>
          <a:chOff x="0" y="0"/>
          <a:chExt cx="0" cy="0"/>
        </a:xfrm>
      </p:grpSpPr>
      <p:sp>
        <p:nvSpPr>
          <p:cNvPr id="206" name="Google Shape;206;p32"/>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2"/>
          <p:cNvSpPr txBox="1"/>
          <p:nvPr>
            <p:ph type="title"/>
          </p:nvPr>
        </p:nvSpPr>
        <p:spPr>
          <a:xfrm>
            <a:off x="4876902" y="1200650"/>
            <a:ext cx="31767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9">
  <p:cSld name="TITLE_ONLY_1_1_1">
    <p:bg>
      <p:bgPr>
        <a:solidFill>
          <a:schemeClr val="lt1"/>
        </a:solidFill>
      </p:bgPr>
    </p:bg>
    <p:spTree>
      <p:nvGrpSpPr>
        <p:cNvPr id="208" name="Shape 208"/>
        <p:cNvGrpSpPr/>
        <p:nvPr/>
      </p:nvGrpSpPr>
      <p:grpSpPr>
        <a:xfrm>
          <a:off x="0" y="0"/>
          <a:ext cx="0" cy="0"/>
          <a:chOff x="0" y="0"/>
          <a:chExt cx="0" cy="0"/>
        </a:xfrm>
      </p:grpSpPr>
      <p:sp>
        <p:nvSpPr>
          <p:cNvPr id="209" name="Google Shape;209;p33"/>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3"/>
          <p:cNvSpPr txBox="1"/>
          <p:nvPr>
            <p:ph type="title"/>
          </p:nvPr>
        </p:nvSpPr>
        <p:spPr>
          <a:xfrm>
            <a:off x="713227" y="310900"/>
            <a:ext cx="31767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0">
  <p:cSld name="TITLE_ONLY_1_1_1_1">
    <p:bg>
      <p:bgPr>
        <a:solidFill>
          <a:schemeClr val="dk1"/>
        </a:solidFill>
      </p:bgPr>
    </p:bg>
    <p:spTree>
      <p:nvGrpSpPr>
        <p:cNvPr id="211" name="Shape 211"/>
        <p:cNvGrpSpPr/>
        <p:nvPr/>
      </p:nvGrpSpPr>
      <p:grpSpPr>
        <a:xfrm>
          <a:off x="0" y="0"/>
          <a:ext cx="0" cy="0"/>
          <a:chOff x="0" y="0"/>
          <a:chExt cx="0" cy="0"/>
        </a:xfrm>
      </p:grpSpPr>
      <p:sp>
        <p:nvSpPr>
          <p:cNvPr id="212" name="Google Shape;212;p34"/>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4"/>
          <p:cNvSpPr txBox="1"/>
          <p:nvPr>
            <p:ph type="title"/>
          </p:nvPr>
        </p:nvSpPr>
        <p:spPr>
          <a:xfrm>
            <a:off x="713227" y="539500"/>
            <a:ext cx="31767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1">
  <p:cSld name="TITLE_ONLY_2">
    <p:spTree>
      <p:nvGrpSpPr>
        <p:cNvPr id="214" name="Shape 214"/>
        <p:cNvGrpSpPr/>
        <p:nvPr/>
      </p:nvGrpSpPr>
      <p:grpSpPr>
        <a:xfrm>
          <a:off x="0" y="0"/>
          <a:ext cx="0" cy="0"/>
          <a:chOff x="0" y="0"/>
          <a:chExt cx="0" cy="0"/>
        </a:xfrm>
      </p:grpSpPr>
      <p:sp>
        <p:nvSpPr>
          <p:cNvPr id="215" name="Google Shape;215;p35"/>
          <p:cNvSpPr txBox="1"/>
          <p:nvPr>
            <p:ph type="title"/>
          </p:nvPr>
        </p:nvSpPr>
        <p:spPr>
          <a:xfrm>
            <a:off x="489900" y="2183550"/>
            <a:ext cx="2270700" cy="776400"/>
          </a:xfrm>
          <a:prstGeom prst="rect">
            <a:avLst/>
          </a:prstGeom>
        </p:spPr>
        <p:txBody>
          <a:bodyPr anchorCtr="0" anchor="ctr" bIns="91425" lIns="91425" spcFirstLastPara="1" rIns="91425" wrap="square" tIns="91425">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6" name="Google Shape;216;p35"/>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2">
  <p:cSld name="TITLE_ONLY_2_3">
    <p:bg>
      <p:bgPr>
        <a:solidFill>
          <a:schemeClr val="dk1"/>
        </a:solidFill>
      </p:bgPr>
    </p:bg>
    <p:spTree>
      <p:nvGrpSpPr>
        <p:cNvPr id="217" name="Shape 217"/>
        <p:cNvGrpSpPr/>
        <p:nvPr/>
      </p:nvGrpSpPr>
      <p:grpSpPr>
        <a:xfrm>
          <a:off x="0" y="0"/>
          <a:ext cx="0" cy="0"/>
          <a:chOff x="0" y="0"/>
          <a:chExt cx="0" cy="0"/>
        </a:xfrm>
      </p:grpSpPr>
      <p:sp>
        <p:nvSpPr>
          <p:cNvPr id="218" name="Google Shape;218;p36"/>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6"/>
          <p:cNvSpPr/>
          <p:nvPr/>
        </p:nvSpPr>
        <p:spPr>
          <a:xfrm>
            <a:off x="0" y="1234075"/>
            <a:ext cx="2906400" cy="26796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solidFill>
                <a:schemeClr val="lt1"/>
              </a:solidFill>
            </a:endParaRPr>
          </a:p>
        </p:txBody>
      </p:sp>
      <p:cxnSp>
        <p:nvCxnSpPr>
          <p:cNvPr id="220" name="Google Shape;220;p36"/>
          <p:cNvCxnSpPr/>
          <p:nvPr/>
        </p:nvCxnSpPr>
        <p:spPr>
          <a:xfrm>
            <a:off x="103800" y="1235275"/>
            <a:ext cx="0" cy="2688600"/>
          </a:xfrm>
          <a:prstGeom prst="straightConnector1">
            <a:avLst/>
          </a:prstGeom>
          <a:noFill/>
          <a:ln cap="flat" cmpd="sng" w="19050">
            <a:solidFill>
              <a:schemeClr val="dk1"/>
            </a:solidFill>
            <a:prstDash val="solid"/>
            <a:round/>
            <a:headEnd len="med" w="med" type="none"/>
            <a:tailEnd len="med" w="med" type="none"/>
          </a:ln>
        </p:spPr>
      </p:cxnSp>
      <p:sp>
        <p:nvSpPr>
          <p:cNvPr id="221" name="Google Shape;221;p36"/>
          <p:cNvSpPr txBox="1"/>
          <p:nvPr>
            <p:ph type="title"/>
          </p:nvPr>
        </p:nvSpPr>
        <p:spPr>
          <a:xfrm>
            <a:off x="713225" y="2183550"/>
            <a:ext cx="2270700" cy="776400"/>
          </a:xfrm>
          <a:prstGeom prst="rect">
            <a:avLst/>
          </a:prstGeom>
        </p:spPr>
        <p:txBody>
          <a:bodyPr anchorCtr="0" anchor="ctr" bIns="91425" lIns="91425" spcFirstLastPara="1" rIns="91425" wrap="square" tIns="91425">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3">
  <p:cSld name="TITLE_ONLY_2_2">
    <p:spTree>
      <p:nvGrpSpPr>
        <p:cNvPr id="222" name="Shape 222"/>
        <p:cNvGrpSpPr/>
        <p:nvPr/>
      </p:nvGrpSpPr>
      <p:grpSpPr>
        <a:xfrm>
          <a:off x="0" y="0"/>
          <a:ext cx="0" cy="0"/>
          <a:chOff x="0" y="0"/>
          <a:chExt cx="0" cy="0"/>
        </a:xfrm>
      </p:grpSpPr>
      <p:sp>
        <p:nvSpPr>
          <p:cNvPr id="223" name="Google Shape;223;p37"/>
          <p:cNvSpPr txBox="1"/>
          <p:nvPr>
            <p:ph type="title"/>
          </p:nvPr>
        </p:nvSpPr>
        <p:spPr>
          <a:xfrm>
            <a:off x="609547" y="378511"/>
            <a:ext cx="3946800" cy="1381200"/>
          </a:xfrm>
          <a:prstGeom prst="rect">
            <a:avLst/>
          </a:prstGeom>
        </p:spPr>
        <p:txBody>
          <a:bodyPr anchorCtr="0" anchor="ctr" bIns="91425" lIns="91425" spcFirstLastPara="1" rIns="91425" wrap="square" tIns="91425">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4" name="Google Shape;224;p37"/>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4">
  <p:cSld name="TITLE_ONLY_2_2_1">
    <p:bg>
      <p:bgPr>
        <a:solidFill>
          <a:schemeClr val="dk1"/>
        </a:solidFill>
      </p:bgPr>
    </p:bg>
    <p:spTree>
      <p:nvGrpSpPr>
        <p:cNvPr id="225" name="Shape 225"/>
        <p:cNvGrpSpPr/>
        <p:nvPr/>
      </p:nvGrpSpPr>
      <p:grpSpPr>
        <a:xfrm>
          <a:off x="0" y="0"/>
          <a:ext cx="0" cy="0"/>
          <a:chOff x="0" y="0"/>
          <a:chExt cx="0" cy="0"/>
        </a:xfrm>
      </p:grpSpPr>
      <p:sp>
        <p:nvSpPr>
          <p:cNvPr id="226" name="Google Shape;226;p38"/>
          <p:cNvSpPr txBox="1"/>
          <p:nvPr>
            <p:ph type="title"/>
          </p:nvPr>
        </p:nvSpPr>
        <p:spPr>
          <a:xfrm>
            <a:off x="713225" y="353950"/>
            <a:ext cx="7726800" cy="755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7" name="Google Shape;227;p38"/>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5">
  <p:cSld name="TITLE_ONLY_2_1">
    <p:bg>
      <p:bgPr>
        <a:solidFill>
          <a:schemeClr val="dk1"/>
        </a:solidFill>
      </p:bgPr>
    </p:bg>
    <p:spTree>
      <p:nvGrpSpPr>
        <p:cNvPr id="228" name="Shape 228"/>
        <p:cNvGrpSpPr/>
        <p:nvPr/>
      </p:nvGrpSpPr>
      <p:grpSpPr>
        <a:xfrm>
          <a:off x="0" y="0"/>
          <a:ext cx="0" cy="0"/>
          <a:chOff x="0" y="0"/>
          <a:chExt cx="0" cy="0"/>
        </a:xfrm>
      </p:grpSpPr>
      <p:sp>
        <p:nvSpPr>
          <p:cNvPr id="229" name="Google Shape;229;p39"/>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9"/>
          <p:cNvSpPr txBox="1"/>
          <p:nvPr>
            <p:ph type="title"/>
          </p:nvPr>
        </p:nvSpPr>
        <p:spPr>
          <a:xfrm>
            <a:off x="491400" y="1929600"/>
            <a:ext cx="2267700" cy="12843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3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6">
  <p:cSld name="TITLE_ONLY_2_1_1">
    <p:bg>
      <p:bgPr>
        <a:solidFill>
          <a:schemeClr val="dk1"/>
        </a:solidFill>
      </p:bgPr>
    </p:bg>
    <p:spTree>
      <p:nvGrpSpPr>
        <p:cNvPr id="231" name="Shape 231"/>
        <p:cNvGrpSpPr/>
        <p:nvPr/>
      </p:nvGrpSpPr>
      <p:grpSpPr>
        <a:xfrm>
          <a:off x="0" y="0"/>
          <a:ext cx="0" cy="0"/>
          <a:chOff x="0" y="0"/>
          <a:chExt cx="0" cy="0"/>
        </a:xfrm>
      </p:grpSpPr>
      <p:sp>
        <p:nvSpPr>
          <p:cNvPr id="232" name="Google Shape;232;p40"/>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40"/>
          <p:cNvSpPr txBox="1"/>
          <p:nvPr>
            <p:ph type="title"/>
          </p:nvPr>
        </p:nvSpPr>
        <p:spPr>
          <a:xfrm>
            <a:off x="6172200" y="420540"/>
            <a:ext cx="2267700" cy="12843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lt1"/>
              </a:buClr>
              <a:buSzPts val="43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7">
  <p:cSld name="TITLE_ONLY_4">
    <p:spTree>
      <p:nvGrpSpPr>
        <p:cNvPr id="234" name="Shape 234"/>
        <p:cNvGrpSpPr/>
        <p:nvPr/>
      </p:nvGrpSpPr>
      <p:grpSpPr>
        <a:xfrm>
          <a:off x="0" y="0"/>
          <a:ext cx="0" cy="0"/>
          <a:chOff x="0" y="0"/>
          <a:chExt cx="0" cy="0"/>
        </a:xfrm>
      </p:grpSpPr>
      <p:sp>
        <p:nvSpPr>
          <p:cNvPr id="235" name="Google Shape;235;p41"/>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1"/>
          <p:cNvSpPr/>
          <p:nvPr/>
        </p:nvSpPr>
        <p:spPr>
          <a:xfrm>
            <a:off x="2897" y="-49925"/>
            <a:ext cx="9144000" cy="5208300"/>
          </a:xfrm>
          <a:prstGeom prst="rect">
            <a:avLst/>
          </a:prstGeom>
          <a:solidFill>
            <a:schemeClr val="dk1">
              <a:alpha val="648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1"/>
          <p:cNvSpPr/>
          <p:nvPr/>
        </p:nvSpPr>
        <p:spPr>
          <a:xfrm>
            <a:off x="2724150" y="0"/>
            <a:ext cx="36957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cxnSp>
        <p:nvCxnSpPr>
          <p:cNvPr id="238" name="Google Shape;238;p41"/>
          <p:cNvCxnSpPr/>
          <p:nvPr/>
        </p:nvCxnSpPr>
        <p:spPr>
          <a:xfrm>
            <a:off x="2703648" y="106200"/>
            <a:ext cx="3811800" cy="0"/>
          </a:xfrm>
          <a:prstGeom prst="straightConnector1">
            <a:avLst/>
          </a:prstGeom>
          <a:noFill/>
          <a:ln cap="flat" cmpd="sng" w="19050">
            <a:solidFill>
              <a:schemeClr val="dk1"/>
            </a:solidFill>
            <a:prstDash val="solid"/>
            <a:round/>
            <a:headEnd len="med" w="med" type="none"/>
            <a:tailEnd len="med" w="med" type="none"/>
          </a:ln>
        </p:spPr>
      </p:cxnSp>
      <p:cxnSp>
        <p:nvCxnSpPr>
          <p:cNvPr id="239" name="Google Shape;239;p41"/>
          <p:cNvCxnSpPr/>
          <p:nvPr/>
        </p:nvCxnSpPr>
        <p:spPr>
          <a:xfrm>
            <a:off x="2703648" y="5037300"/>
            <a:ext cx="3811800" cy="0"/>
          </a:xfrm>
          <a:prstGeom prst="straightConnector1">
            <a:avLst/>
          </a:prstGeom>
          <a:noFill/>
          <a:ln cap="flat" cmpd="sng" w="19050">
            <a:solidFill>
              <a:schemeClr val="dk1"/>
            </a:solidFill>
            <a:prstDash val="solid"/>
            <a:round/>
            <a:headEnd len="med" w="med" type="none"/>
            <a:tailEnd len="med" w="med" type="none"/>
          </a:ln>
        </p:spPr>
      </p:cxnSp>
      <p:sp>
        <p:nvSpPr>
          <p:cNvPr id="240" name="Google Shape;240;p41"/>
          <p:cNvSpPr txBox="1"/>
          <p:nvPr>
            <p:ph type="title"/>
          </p:nvPr>
        </p:nvSpPr>
        <p:spPr>
          <a:xfrm>
            <a:off x="2724150" y="354084"/>
            <a:ext cx="3695700" cy="781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8">
  <p:cSld name="TITLE_ONLY_4_1">
    <p:bg>
      <p:bgPr>
        <a:solidFill>
          <a:schemeClr val="dk1"/>
        </a:solidFill>
      </p:bgPr>
    </p:bg>
    <p:spTree>
      <p:nvGrpSpPr>
        <p:cNvPr id="241" name="Shape 241"/>
        <p:cNvGrpSpPr/>
        <p:nvPr/>
      </p:nvGrpSpPr>
      <p:grpSpPr>
        <a:xfrm>
          <a:off x="0" y="0"/>
          <a:ext cx="0" cy="0"/>
          <a:chOff x="0" y="0"/>
          <a:chExt cx="0" cy="0"/>
        </a:xfrm>
      </p:grpSpPr>
      <p:sp>
        <p:nvSpPr>
          <p:cNvPr id="242" name="Google Shape;242;p42"/>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2"/>
          <p:cNvSpPr txBox="1"/>
          <p:nvPr>
            <p:ph type="title"/>
          </p:nvPr>
        </p:nvSpPr>
        <p:spPr>
          <a:xfrm>
            <a:off x="713225" y="682725"/>
            <a:ext cx="2084100" cy="781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3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4">
    <p:spTree>
      <p:nvGrpSpPr>
        <p:cNvPr id="244" name="Shape 244"/>
        <p:cNvGrpSpPr/>
        <p:nvPr/>
      </p:nvGrpSpPr>
      <p:grpSpPr>
        <a:xfrm>
          <a:off x="0" y="0"/>
          <a:ext cx="0" cy="0"/>
          <a:chOff x="0" y="0"/>
          <a:chExt cx="0" cy="0"/>
        </a:xfrm>
      </p:grpSpPr>
      <p:sp>
        <p:nvSpPr>
          <p:cNvPr id="245" name="Google Shape;245;p43"/>
          <p:cNvSpPr txBox="1"/>
          <p:nvPr>
            <p:ph type="title"/>
          </p:nvPr>
        </p:nvSpPr>
        <p:spPr>
          <a:xfrm>
            <a:off x="678626" y="323575"/>
            <a:ext cx="7795500" cy="734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6" name="Google Shape;246;p43"/>
          <p:cNvSpPr txBox="1"/>
          <p:nvPr>
            <p:ph idx="1" type="subTitle"/>
          </p:nvPr>
        </p:nvSpPr>
        <p:spPr>
          <a:xfrm>
            <a:off x="1129018" y="1419022"/>
            <a:ext cx="1874400" cy="27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a:latin typeface="Bebas Neue"/>
                <a:ea typeface="Bebas Neue"/>
                <a:cs typeface="Bebas Neue"/>
                <a:sym typeface="Bebas Neue"/>
              </a:defRPr>
            </a:lvl2pPr>
            <a:lvl3pPr lvl="2" rtl="0" algn="ctr">
              <a:lnSpc>
                <a:spcPct val="100000"/>
              </a:lnSpc>
              <a:spcBef>
                <a:spcPts val="0"/>
              </a:spcBef>
              <a:spcAft>
                <a:spcPts val="0"/>
              </a:spcAft>
              <a:buNone/>
              <a:defRPr>
                <a:latin typeface="Bebas Neue"/>
                <a:ea typeface="Bebas Neue"/>
                <a:cs typeface="Bebas Neue"/>
                <a:sym typeface="Bebas Neue"/>
              </a:defRPr>
            </a:lvl3pPr>
            <a:lvl4pPr lvl="3" rtl="0" algn="ctr">
              <a:lnSpc>
                <a:spcPct val="100000"/>
              </a:lnSpc>
              <a:spcBef>
                <a:spcPts val="0"/>
              </a:spcBef>
              <a:spcAft>
                <a:spcPts val="0"/>
              </a:spcAft>
              <a:buNone/>
              <a:defRPr>
                <a:latin typeface="Bebas Neue"/>
                <a:ea typeface="Bebas Neue"/>
                <a:cs typeface="Bebas Neue"/>
                <a:sym typeface="Bebas Neue"/>
              </a:defRPr>
            </a:lvl4pPr>
            <a:lvl5pPr lvl="4" rtl="0" algn="ctr">
              <a:lnSpc>
                <a:spcPct val="100000"/>
              </a:lnSpc>
              <a:spcBef>
                <a:spcPts val="0"/>
              </a:spcBef>
              <a:spcAft>
                <a:spcPts val="0"/>
              </a:spcAft>
              <a:buNone/>
              <a:defRPr>
                <a:latin typeface="Bebas Neue"/>
                <a:ea typeface="Bebas Neue"/>
                <a:cs typeface="Bebas Neue"/>
                <a:sym typeface="Bebas Neue"/>
              </a:defRPr>
            </a:lvl5pPr>
            <a:lvl6pPr lvl="5" rtl="0" algn="ctr">
              <a:lnSpc>
                <a:spcPct val="100000"/>
              </a:lnSpc>
              <a:spcBef>
                <a:spcPts val="0"/>
              </a:spcBef>
              <a:spcAft>
                <a:spcPts val="0"/>
              </a:spcAft>
              <a:buNone/>
              <a:defRPr>
                <a:latin typeface="Bebas Neue"/>
                <a:ea typeface="Bebas Neue"/>
                <a:cs typeface="Bebas Neue"/>
                <a:sym typeface="Bebas Neue"/>
              </a:defRPr>
            </a:lvl6pPr>
            <a:lvl7pPr lvl="6" rtl="0" algn="ctr">
              <a:lnSpc>
                <a:spcPct val="100000"/>
              </a:lnSpc>
              <a:spcBef>
                <a:spcPts val="0"/>
              </a:spcBef>
              <a:spcAft>
                <a:spcPts val="0"/>
              </a:spcAft>
              <a:buNone/>
              <a:defRPr>
                <a:latin typeface="Bebas Neue"/>
                <a:ea typeface="Bebas Neue"/>
                <a:cs typeface="Bebas Neue"/>
                <a:sym typeface="Bebas Neue"/>
              </a:defRPr>
            </a:lvl7pPr>
            <a:lvl8pPr lvl="7" rtl="0" algn="ctr">
              <a:lnSpc>
                <a:spcPct val="100000"/>
              </a:lnSpc>
              <a:spcBef>
                <a:spcPts val="0"/>
              </a:spcBef>
              <a:spcAft>
                <a:spcPts val="0"/>
              </a:spcAft>
              <a:buNone/>
              <a:defRPr>
                <a:latin typeface="Bebas Neue"/>
                <a:ea typeface="Bebas Neue"/>
                <a:cs typeface="Bebas Neue"/>
                <a:sym typeface="Bebas Neue"/>
              </a:defRPr>
            </a:lvl8pPr>
            <a:lvl9pPr lvl="8" rtl="0" algn="ctr">
              <a:lnSpc>
                <a:spcPct val="100000"/>
              </a:lnSpc>
              <a:spcBef>
                <a:spcPts val="0"/>
              </a:spcBef>
              <a:spcAft>
                <a:spcPts val="0"/>
              </a:spcAft>
              <a:buNone/>
              <a:defRPr>
                <a:latin typeface="Bebas Neue"/>
                <a:ea typeface="Bebas Neue"/>
                <a:cs typeface="Bebas Neue"/>
                <a:sym typeface="Bebas Neue"/>
              </a:defRPr>
            </a:lvl9pPr>
          </a:lstStyle>
          <a:p/>
        </p:txBody>
      </p:sp>
      <p:sp>
        <p:nvSpPr>
          <p:cNvPr id="247" name="Google Shape;247;p43"/>
          <p:cNvSpPr txBox="1"/>
          <p:nvPr>
            <p:ph idx="2" type="subTitle"/>
          </p:nvPr>
        </p:nvSpPr>
        <p:spPr>
          <a:xfrm>
            <a:off x="1005268" y="1701365"/>
            <a:ext cx="2121900" cy="47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248" name="Google Shape;248;p43"/>
          <p:cNvSpPr txBox="1"/>
          <p:nvPr>
            <p:ph idx="3" type="subTitle"/>
          </p:nvPr>
        </p:nvSpPr>
        <p:spPr>
          <a:xfrm>
            <a:off x="3549953" y="1414222"/>
            <a:ext cx="1874400" cy="28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a:latin typeface="Bebas Neue"/>
                <a:ea typeface="Bebas Neue"/>
                <a:cs typeface="Bebas Neue"/>
                <a:sym typeface="Bebas Neue"/>
              </a:defRPr>
            </a:lvl2pPr>
            <a:lvl3pPr lvl="2" rtl="0" algn="ctr">
              <a:lnSpc>
                <a:spcPct val="100000"/>
              </a:lnSpc>
              <a:spcBef>
                <a:spcPts val="0"/>
              </a:spcBef>
              <a:spcAft>
                <a:spcPts val="0"/>
              </a:spcAft>
              <a:buNone/>
              <a:defRPr>
                <a:latin typeface="Bebas Neue"/>
                <a:ea typeface="Bebas Neue"/>
                <a:cs typeface="Bebas Neue"/>
                <a:sym typeface="Bebas Neue"/>
              </a:defRPr>
            </a:lvl3pPr>
            <a:lvl4pPr lvl="3" rtl="0" algn="ctr">
              <a:lnSpc>
                <a:spcPct val="100000"/>
              </a:lnSpc>
              <a:spcBef>
                <a:spcPts val="0"/>
              </a:spcBef>
              <a:spcAft>
                <a:spcPts val="0"/>
              </a:spcAft>
              <a:buNone/>
              <a:defRPr>
                <a:latin typeface="Bebas Neue"/>
                <a:ea typeface="Bebas Neue"/>
                <a:cs typeface="Bebas Neue"/>
                <a:sym typeface="Bebas Neue"/>
              </a:defRPr>
            </a:lvl4pPr>
            <a:lvl5pPr lvl="4" rtl="0" algn="ctr">
              <a:lnSpc>
                <a:spcPct val="100000"/>
              </a:lnSpc>
              <a:spcBef>
                <a:spcPts val="0"/>
              </a:spcBef>
              <a:spcAft>
                <a:spcPts val="0"/>
              </a:spcAft>
              <a:buNone/>
              <a:defRPr>
                <a:latin typeface="Bebas Neue"/>
                <a:ea typeface="Bebas Neue"/>
                <a:cs typeface="Bebas Neue"/>
                <a:sym typeface="Bebas Neue"/>
              </a:defRPr>
            </a:lvl5pPr>
            <a:lvl6pPr lvl="5" rtl="0" algn="ctr">
              <a:lnSpc>
                <a:spcPct val="100000"/>
              </a:lnSpc>
              <a:spcBef>
                <a:spcPts val="0"/>
              </a:spcBef>
              <a:spcAft>
                <a:spcPts val="0"/>
              </a:spcAft>
              <a:buNone/>
              <a:defRPr>
                <a:latin typeface="Bebas Neue"/>
                <a:ea typeface="Bebas Neue"/>
                <a:cs typeface="Bebas Neue"/>
                <a:sym typeface="Bebas Neue"/>
              </a:defRPr>
            </a:lvl6pPr>
            <a:lvl7pPr lvl="6" rtl="0" algn="ctr">
              <a:lnSpc>
                <a:spcPct val="100000"/>
              </a:lnSpc>
              <a:spcBef>
                <a:spcPts val="0"/>
              </a:spcBef>
              <a:spcAft>
                <a:spcPts val="0"/>
              </a:spcAft>
              <a:buNone/>
              <a:defRPr>
                <a:latin typeface="Bebas Neue"/>
                <a:ea typeface="Bebas Neue"/>
                <a:cs typeface="Bebas Neue"/>
                <a:sym typeface="Bebas Neue"/>
              </a:defRPr>
            </a:lvl7pPr>
            <a:lvl8pPr lvl="7" rtl="0" algn="ctr">
              <a:lnSpc>
                <a:spcPct val="100000"/>
              </a:lnSpc>
              <a:spcBef>
                <a:spcPts val="0"/>
              </a:spcBef>
              <a:spcAft>
                <a:spcPts val="0"/>
              </a:spcAft>
              <a:buNone/>
              <a:defRPr>
                <a:latin typeface="Bebas Neue"/>
                <a:ea typeface="Bebas Neue"/>
                <a:cs typeface="Bebas Neue"/>
                <a:sym typeface="Bebas Neue"/>
              </a:defRPr>
            </a:lvl8pPr>
            <a:lvl9pPr lvl="8" rtl="0" algn="ctr">
              <a:lnSpc>
                <a:spcPct val="100000"/>
              </a:lnSpc>
              <a:spcBef>
                <a:spcPts val="0"/>
              </a:spcBef>
              <a:spcAft>
                <a:spcPts val="0"/>
              </a:spcAft>
              <a:buNone/>
              <a:defRPr>
                <a:latin typeface="Bebas Neue"/>
                <a:ea typeface="Bebas Neue"/>
                <a:cs typeface="Bebas Neue"/>
                <a:sym typeface="Bebas Neue"/>
              </a:defRPr>
            </a:lvl9pPr>
          </a:lstStyle>
          <a:p/>
        </p:txBody>
      </p:sp>
      <p:sp>
        <p:nvSpPr>
          <p:cNvPr id="249" name="Google Shape;249;p43"/>
          <p:cNvSpPr txBox="1"/>
          <p:nvPr>
            <p:ph idx="4" type="subTitle"/>
          </p:nvPr>
        </p:nvSpPr>
        <p:spPr>
          <a:xfrm>
            <a:off x="3426503" y="1701365"/>
            <a:ext cx="21213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250" name="Google Shape;250;p43"/>
          <p:cNvSpPr txBox="1"/>
          <p:nvPr>
            <p:ph idx="5" type="subTitle"/>
          </p:nvPr>
        </p:nvSpPr>
        <p:spPr>
          <a:xfrm>
            <a:off x="6059184" y="1414222"/>
            <a:ext cx="1871700" cy="28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a:latin typeface="Bebas Neue"/>
                <a:ea typeface="Bebas Neue"/>
                <a:cs typeface="Bebas Neue"/>
                <a:sym typeface="Bebas Neue"/>
              </a:defRPr>
            </a:lvl2pPr>
            <a:lvl3pPr lvl="2" rtl="0" algn="ctr">
              <a:lnSpc>
                <a:spcPct val="100000"/>
              </a:lnSpc>
              <a:spcBef>
                <a:spcPts val="0"/>
              </a:spcBef>
              <a:spcAft>
                <a:spcPts val="0"/>
              </a:spcAft>
              <a:buNone/>
              <a:defRPr>
                <a:latin typeface="Bebas Neue"/>
                <a:ea typeface="Bebas Neue"/>
                <a:cs typeface="Bebas Neue"/>
                <a:sym typeface="Bebas Neue"/>
              </a:defRPr>
            </a:lvl3pPr>
            <a:lvl4pPr lvl="3" rtl="0" algn="ctr">
              <a:lnSpc>
                <a:spcPct val="100000"/>
              </a:lnSpc>
              <a:spcBef>
                <a:spcPts val="0"/>
              </a:spcBef>
              <a:spcAft>
                <a:spcPts val="0"/>
              </a:spcAft>
              <a:buNone/>
              <a:defRPr>
                <a:latin typeface="Bebas Neue"/>
                <a:ea typeface="Bebas Neue"/>
                <a:cs typeface="Bebas Neue"/>
                <a:sym typeface="Bebas Neue"/>
              </a:defRPr>
            </a:lvl4pPr>
            <a:lvl5pPr lvl="4" rtl="0" algn="ctr">
              <a:lnSpc>
                <a:spcPct val="100000"/>
              </a:lnSpc>
              <a:spcBef>
                <a:spcPts val="0"/>
              </a:spcBef>
              <a:spcAft>
                <a:spcPts val="0"/>
              </a:spcAft>
              <a:buNone/>
              <a:defRPr>
                <a:latin typeface="Bebas Neue"/>
                <a:ea typeface="Bebas Neue"/>
                <a:cs typeface="Bebas Neue"/>
                <a:sym typeface="Bebas Neue"/>
              </a:defRPr>
            </a:lvl5pPr>
            <a:lvl6pPr lvl="5" rtl="0" algn="ctr">
              <a:lnSpc>
                <a:spcPct val="100000"/>
              </a:lnSpc>
              <a:spcBef>
                <a:spcPts val="0"/>
              </a:spcBef>
              <a:spcAft>
                <a:spcPts val="0"/>
              </a:spcAft>
              <a:buNone/>
              <a:defRPr>
                <a:latin typeface="Bebas Neue"/>
                <a:ea typeface="Bebas Neue"/>
                <a:cs typeface="Bebas Neue"/>
                <a:sym typeface="Bebas Neue"/>
              </a:defRPr>
            </a:lvl6pPr>
            <a:lvl7pPr lvl="6" rtl="0" algn="ctr">
              <a:lnSpc>
                <a:spcPct val="100000"/>
              </a:lnSpc>
              <a:spcBef>
                <a:spcPts val="0"/>
              </a:spcBef>
              <a:spcAft>
                <a:spcPts val="0"/>
              </a:spcAft>
              <a:buNone/>
              <a:defRPr>
                <a:latin typeface="Bebas Neue"/>
                <a:ea typeface="Bebas Neue"/>
                <a:cs typeface="Bebas Neue"/>
                <a:sym typeface="Bebas Neue"/>
              </a:defRPr>
            </a:lvl7pPr>
            <a:lvl8pPr lvl="7" rtl="0" algn="ctr">
              <a:lnSpc>
                <a:spcPct val="100000"/>
              </a:lnSpc>
              <a:spcBef>
                <a:spcPts val="0"/>
              </a:spcBef>
              <a:spcAft>
                <a:spcPts val="0"/>
              </a:spcAft>
              <a:buNone/>
              <a:defRPr>
                <a:latin typeface="Bebas Neue"/>
                <a:ea typeface="Bebas Neue"/>
                <a:cs typeface="Bebas Neue"/>
                <a:sym typeface="Bebas Neue"/>
              </a:defRPr>
            </a:lvl8pPr>
            <a:lvl9pPr lvl="8" rtl="0" algn="ctr">
              <a:lnSpc>
                <a:spcPct val="100000"/>
              </a:lnSpc>
              <a:spcBef>
                <a:spcPts val="0"/>
              </a:spcBef>
              <a:spcAft>
                <a:spcPts val="0"/>
              </a:spcAft>
              <a:buNone/>
              <a:defRPr>
                <a:latin typeface="Bebas Neue"/>
                <a:ea typeface="Bebas Neue"/>
                <a:cs typeface="Bebas Neue"/>
                <a:sym typeface="Bebas Neue"/>
              </a:defRPr>
            </a:lvl9pPr>
          </a:lstStyle>
          <a:p/>
        </p:txBody>
      </p:sp>
      <p:sp>
        <p:nvSpPr>
          <p:cNvPr id="251" name="Google Shape;251;p43"/>
          <p:cNvSpPr txBox="1"/>
          <p:nvPr>
            <p:ph idx="6" type="subTitle"/>
          </p:nvPr>
        </p:nvSpPr>
        <p:spPr>
          <a:xfrm>
            <a:off x="5883984" y="1701365"/>
            <a:ext cx="2222100" cy="472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252" name="Google Shape;252;p43"/>
          <p:cNvSpPr txBox="1"/>
          <p:nvPr>
            <p:ph idx="7" type="subTitle"/>
          </p:nvPr>
        </p:nvSpPr>
        <p:spPr>
          <a:xfrm>
            <a:off x="1129018" y="2684950"/>
            <a:ext cx="1874400" cy="283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a:solidFill>
                  <a:schemeClr val="dk1"/>
                </a:solidFill>
                <a:latin typeface="Bebas Neue"/>
                <a:ea typeface="Bebas Neue"/>
                <a:cs typeface="Bebas Neue"/>
                <a:sym typeface="Bebas Neue"/>
              </a:defRPr>
            </a:lvl1pPr>
            <a:lvl2pPr lvl="1" rtl="0" algn="ctr">
              <a:spcBef>
                <a:spcPts val="0"/>
              </a:spcBef>
              <a:spcAft>
                <a:spcPts val="0"/>
              </a:spcAft>
              <a:buNone/>
              <a:defRPr>
                <a:latin typeface="Bebas Neue"/>
                <a:ea typeface="Bebas Neue"/>
                <a:cs typeface="Bebas Neue"/>
                <a:sym typeface="Bebas Neue"/>
              </a:defRPr>
            </a:lvl2pPr>
            <a:lvl3pPr lvl="2" rtl="0" algn="ctr">
              <a:spcBef>
                <a:spcPts val="0"/>
              </a:spcBef>
              <a:spcAft>
                <a:spcPts val="0"/>
              </a:spcAft>
              <a:buNone/>
              <a:defRPr>
                <a:latin typeface="Bebas Neue"/>
                <a:ea typeface="Bebas Neue"/>
                <a:cs typeface="Bebas Neue"/>
                <a:sym typeface="Bebas Neue"/>
              </a:defRPr>
            </a:lvl3pPr>
            <a:lvl4pPr lvl="3" rtl="0" algn="ctr">
              <a:spcBef>
                <a:spcPts val="0"/>
              </a:spcBef>
              <a:spcAft>
                <a:spcPts val="0"/>
              </a:spcAft>
              <a:buNone/>
              <a:defRPr>
                <a:latin typeface="Bebas Neue"/>
                <a:ea typeface="Bebas Neue"/>
                <a:cs typeface="Bebas Neue"/>
                <a:sym typeface="Bebas Neue"/>
              </a:defRPr>
            </a:lvl4pPr>
            <a:lvl5pPr lvl="4" rtl="0" algn="ctr">
              <a:spcBef>
                <a:spcPts val="0"/>
              </a:spcBef>
              <a:spcAft>
                <a:spcPts val="0"/>
              </a:spcAft>
              <a:buNone/>
              <a:defRPr>
                <a:latin typeface="Bebas Neue"/>
                <a:ea typeface="Bebas Neue"/>
                <a:cs typeface="Bebas Neue"/>
                <a:sym typeface="Bebas Neue"/>
              </a:defRPr>
            </a:lvl5pPr>
            <a:lvl6pPr lvl="5" rtl="0" algn="ctr">
              <a:spcBef>
                <a:spcPts val="0"/>
              </a:spcBef>
              <a:spcAft>
                <a:spcPts val="0"/>
              </a:spcAft>
              <a:buNone/>
              <a:defRPr>
                <a:latin typeface="Bebas Neue"/>
                <a:ea typeface="Bebas Neue"/>
                <a:cs typeface="Bebas Neue"/>
                <a:sym typeface="Bebas Neue"/>
              </a:defRPr>
            </a:lvl6pPr>
            <a:lvl7pPr lvl="6" rtl="0" algn="ctr">
              <a:spcBef>
                <a:spcPts val="0"/>
              </a:spcBef>
              <a:spcAft>
                <a:spcPts val="0"/>
              </a:spcAft>
              <a:buNone/>
              <a:defRPr>
                <a:latin typeface="Bebas Neue"/>
                <a:ea typeface="Bebas Neue"/>
                <a:cs typeface="Bebas Neue"/>
                <a:sym typeface="Bebas Neue"/>
              </a:defRPr>
            </a:lvl7pPr>
            <a:lvl8pPr lvl="7" rtl="0" algn="ctr">
              <a:spcBef>
                <a:spcPts val="0"/>
              </a:spcBef>
              <a:spcAft>
                <a:spcPts val="0"/>
              </a:spcAft>
              <a:buNone/>
              <a:defRPr>
                <a:latin typeface="Bebas Neue"/>
                <a:ea typeface="Bebas Neue"/>
                <a:cs typeface="Bebas Neue"/>
                <a:sym typeface="Bebas Neue"/>
              </a:defRPr>
            </a:lvl8pPr>
            <a:lvl9pPr lvl="8" rtl="0" algn="ctr">
              <a:spcBef>
                <a:spcPts val="0"/>
              </a:spcBef>
              <a:spcAft>
                <a:spcPts val="0"/>
              </a:spcAft>
              <a:buNone/>
              <a:defRPr>
                <a:latin typeface="Bebas Neue"/>
                <a:ea typeface="Bebas Neue"/>
                <a:cs typeface="Bebas Neue"/>
                <a:sym typeface="Bebas Neue"/>
              </a:defRPr>
            </a:lvl9pPr>
          </a:lstStyle>
          <a:p/>
        </p:txBody>
      </p:sp>
      <p:sp>
        <p:nvSpPr>
          <p:cNvPr id="253" name="Google Shape;253;p43"/>
          <p:cNvSpPr txBox="1"/>
          <p:nvPr>
            <p:ph idx="8" type="subTitle"/>
          </p:nvPr>
        </p:nvSpPr>
        <p:spPr>
          <a:xfrm>
            <a:off x="1005268" y="2947812"/>
            <a:ext cx="21219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254" name="Google Shape;254;p43"/>
          <p:cNvSpPr txBox="1"/>
          <p:nvPr>
            <p:ph idx="9" type="subTitle"/>
          </p:nvPr>
        </p:nvSpPr>
        <p:spPr>
          <a:xfrm>
            <a:off x="3551303" y="2684950"/>
            <a:ext cx="1871700" cy="283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a:solidFill>
                  <a:schemeClr val="dk1"/>
                </a:solidFill>
                <a:latin typeface="Bebas Neue"/>
                <a:ea typeface="Bebas Neue"/>
                <a:cs typeface="Bebas Neue"/>
                <a:sym typeface="Bebas Neue"/>
              </a:defRPr>
            </a:lvl1pPr>
            <a:lvl2pPr lvl="1" rtl="0" algn="ctr">
              <a:spcBef>
                <a:spcPts val="0"/>
              </a:spcBef>
              <a:spcAft>
                <a:spcPts val="0"/>
              </a:spcAft>
              <a:buNone/>
              <a:defRPr>
                <a:latin typeface="Bebas Neue"/>
                <a:ea typeface="Bebas Neue"/>
                <a:cs typeface="Bebas Neue"/>
                <a:sym typeface="Bebas Neue"/>
              </a:defRPr>
            </a:lvl2pPr>
            <a:lvl3pPr lvl="2" rtl="0" algn="ctr">
              <a:spcBef>
                <a:spcPts val="0"/>
              </a:spcBef>
              <a:spcAft>
                <a:spcPts val="0"/>
              </a:spcAft>
              <a:buNone/>
              <a:defRPr>
                <a:latin typeface="Bebas Neue"/>
                <a:ea typeface="Bebas Neue"/>
                <a:cs typeface="Bebas Neue"/>
                <a:sym typeface="Bebas Neue"/>
              </a:defRPr>
            </a:lvl3pPr>
            <a:lvl4pPr lvl="3" rtl="0" algn="ctr">
              <a:spcBef>
                <a:spcPts val="0"/>
              </a:spcBef>
              <a:spcAft>
                <a:spcPts val="0"/>
              </a:spcAft>
              <a:buNone/>
              <a:defRPr>
                <a:latin typeface="Bebas Neue"/>
                <a:ea typeface="Bebas Neue"/>
                <a:cs typeface="Bebas Neue"/>
                <a:sym typeface="Bebas Neue"/>
              </a:defRPr>
            </a:lvl4pPr>
            <a:lvl5pPr lvl="4" rtl="0" algn="ctr">
              <a:spcBef>
                <a:spcPts val="0"/>
              </a:spcBef>
              <a:spcAft>
                <a:spcPts val="0"/>
              </a:spcAft>
              <a:buNone/>
              <a:defRPr>
                <a:latin typeface="Bebas Neue"/>
                <a:ea typeface="Bebas Neue"/>
                <a:cs typeface="Bebas Neue"/>
                <a:sym typeface="Bebas Neue"/>
              </a:defRPr>
            </a:lvl5pPr>
            <a:lvl6pPr lvl="5" rtl="0" algn="ctr">
              <a:spcBef>
                <a:spcPts val="0"/>
              </a:spcBef>
              <a:spcAft>
                <a:spcPts val="0"/>
              </a:spcAft>
              <a:buNone/>
              <a:defRPr>
                <a:latin typeface="Bebas Neue"/>
                <a:ea typeface="Bebas Neue"/>
                <a:cs typeface="Bebas Neue"/>
                <a:sym typeface="Bebas Neue"/>
              </a:defRPr>
            </a:lvl6pPr>
            <a:lvl7pPr lvl="6" rtl="0" algn="ctr">
              <a:spcBef>
                <a:spcPts val="0"/>
              </a:spcBef>
              <a:spcAft>
                <a:spcPts val="0"/>
              </a:spcAft>
              <a:buNone/>
              <a:defRPr>
                <a:latin typeface="Bebas Neue"/>
                <a:ea typeface="Bebas Neue"/>
                <a:cs typeface="Bebas Neue"/>
                <a:sym typeface="Bebas Neue"/>
              </a:defRPr>
            </a:lvl7pPr>
            <a:lvl8pPr lvl="7" rtl="0" algn="ctr">
              <a:spcBef>
                <a:spcPts val="0"/>
              </a:spcBef>
              <a:spcAft>
                <a:spcPts val="0"/>
              </a:spcAft>
              <a:buNone/>
              <a:defRPr>
                <a:latin typeface="Bebas Neue"/>
                <a:ea typeface="Bebas Neue"/>
                <a:cs typeface="Bebas Neue"/>
                <a:sym typeface="Bebas Neue"/>
              </a:defRPr>
            </a:lvl8pPr>
            <a:lvl9pPr lvl="8" rtl="0" algn="ctr">
              <a:spcBef>
                <a:spcPts val="0"/>
              </a:spcBef>
              <a:spcAft>
                <a:spcPts val="0"/>
              </a:spcAft>
              <a:buNone/>
              <a:defRPr>
                <a:latin typeface="Bebas Neue"/>
                <a:ea typeface="Bebas Neue"/>
                <a:cs typeface="Bebas Neue"/>
                <a:sym typeface="Bebas Neue"/>
              </a:defRPr>
            </a:lvl9pPr>
          </a:lstStyle>
          <a:p/>
        </p:txBody>
      </p:sp>
      <p:sp>
        <p:nvSpPr>
          <p:cNvPr id="255" name="Google Shape;255;p43"/>
          <p:cNvSpPr txBox="1"/>
          <p:nvPr>
            <p:ph idx="13" type="subTitle"/>
          </p:nvPr>
        </p:nvSpPr>
        <p:spPr>
          <a:xfrm>
            <a:off x="3426503" y="2949365"/>
            <a:ext cx="21213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256" name="Google Shape;256;p43"/>
          <p:cNvSpPr txBox="1"/>
          <p:nvPr>
            <p:ph idx="14" type="subTitle"/>
          </p:nvPr>
        </p:nvSpPr>
        <p:spPr>
          <a:xfrm>
            <a:off x="6059184" y="2684950"/>
            <a:ext cx="1871700" cy="2835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a:solidFill>
                  <a:schemeClr val="dk1"/>
                </a:solidFill>
                <a:latin typeface="Bebas Neue"/>
                <a:ea typeface="Bebas Neue"/>
                <a:cs typeface="Bebas Neue"/>
                <a:sym typeface="Bebas Neue"/>
              </a:defRPr>
            </a:lvl1pPr>
            <a:lvl2pPr lvl="1" rtl="0" algn="ctr">
              <a:spcBef>
                <a:spcPts val="0"/>
              </a:spcBef>
              <a:spcAft>
                <a:spcPts val="0"/>
              </a:spcAft>
              <a:buNone/>
              <a:defRPr>
                <a:latin typeface="Bebas Neue"/>
                <a:ea typeface="Bebas Neue"/>
                <a:cs typeface="Bebas Neue"/>
                <a:sym typeface="Bebas Neue"/>
              </a:defRPr>
            </a:lvl2pPr>
            <a:lvl3pPr lvl="2" rtl="0" algn="ctr">
              <a:spcBef>
                <a:spcPts val="0"/>
              </a:spcBef>
              <a:spcAft>
                <a:spcPts val="0"/>
              </a:spcAft>
              <a:buNone/>
              <a:defRPr>
                <a:latin typeface="Bebas Neue"/>
                <a:ea typeface="Bebas Neue"/>
                <a:cs typeface="Bebas Neue"/>
                <a:sym typeface="Bebas Neue"/>
              </a:defRPr>
            </a:lvl3pPr>
            <a:lvl4pPr lvl="3" rtl="0" algn="ctr">
              <a:spcBef>
                <a:spcPts val="0"/>
              </a:spcBef>
              <a:spcAft>
                <a:spcPts val="0"/>
              </a:spcAft>
              <a:buNone/>
              <a:defRPr>
                <a:latin typeface="Bebas Neue"/>
                <a:ea typeface="Bebas Neue"/>
                <a:cs typeface="Bebas Neue"/>
                <a:sym typeface="Bebas Neue"/>
              </a:defRPr>
            </a:lvl4pPr>
            <a:lvl5pPr lvl="4" rtl="0" algn="ctr">
              <a:spcBef>
                <a:spcPts val="0"/>
              </a:spcBef>
              <a:spcAft>
                <a:spcPts val="0"/>
              </a:spcAft>
              <a:buNone/>
              <a:defRPr>
                <a:latin typeface="Bebas Neue"/>
                <a:ea typeface="Bebas Neue"/>
                <a:cs typeface="Bebas Neue"/>
                <a:sym typeface="Bebas Neue"/>
              </a:defRPr>
            </a:lvl5pPr>
            <a:lvl6pPr lvl="5" rtl="0" algn="ctr">
              <a:spcBef>
                <a:spcPts val="0"/>
              </a:spcBef>
              <a:spcAft>
                <a:spcPts val="0"/>
              </a:spcAft>
              <a:buNone/>
              <a:defRPr>
                <a:latin typeface="Bebas Neue"/>
                <a:ea typeface="Bebas Neue"/>
                <a:cs typeface="Bebas Neue"/>
                <a:sym typeface="Bebas Neue"/>
              </a:defRPr>
            </a:lvl6pPr>
            <a:lvl7pPr lvl="6" rtl="0" algn="ctr">
              <a:spcBef>
                <a:spcPts val="0"/>
              </a:spcBef>
              <a:spcAft>
                <a:spcPts val="0"/>
              </a:spcAft>
              <a:buNone/>
              <a:defRPr>
                <a:latin typeface="Bebas Neue"/>
                <a:ea typeface="Bebas Neue"/>
                <a:cs typeface="Bebas Neue"/>
                <a:sym typeface="Bebas Neue"/>
              </a:defRPr>
            </a:lvl7pPr>
            <a:lvl8pPr lvl="7" rtl="0" algn="ctr">
              <a:spcBef>
                <a:spcPts val="0"/>
              </a:spcBef>
              <a:spcAft>
                <a:spcPts val="0"/>
              </a:spcAft>
              <a:buNone/>
              <a:defRPr>
                <a:latin typeface="Bebas Neue"/>
                <a:ea typeface="Bebas Neue"/>
                <a:cs typeface="Bebas Neue"/>
                <a:sym typeface="Bebas Neue"/>
              </a:defRPr>
            </a:lvl8pPr>
            <a:lvl9pPr lvl="8" rtl="0" algn="ctr">
              <a:spcBef>
                <a:spcPts val="0"/>
              </a:spcBef>
              <a:spcAft>
                <a:spcPts val="0"/>
              </a:spcAft>
              <a:buNone/>
              <a:defRPr>
                <a:latin typeface="Bebas Neue"/>
                <a:ea typeface="Bebas Neue"/>
                <a:cs typeface="Bebas Neue"/>
                <a:sym typeface="Bebas Neue"/>
              </a:defRPr>
            </a:lvl9pPr>
          </a:lstStyle>
          <a:p/>
        </p:txBody>
      </p:sp>
      <p:sp>
        <p:nvSpPr>
          <p:cNvPr id="257" name="Google Shape;257;p43"/>
          <p:cNvSpPr txBox="1"/>
          <p:nvPr>
            <p:ph idx="15" type="subTitle"/>
          </p:nvPr>
        </p:nvSpPr>
        <p:spPr>
          <a:xfrm>
            <a:off x="5934384" y="2949365"/>
            <a:ext cx="21213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lvl2pPr>
            <a:lvl3pPr lvl="2" rtl="0" algn="ctr">
              <a:lnSpc>
                <a:spcPct val="100000"/>
              </a:lnSpc>
              <a:spcBef>
                <a:spcPts val="0"/>
              </a:spcBef>
              <a:spcAft>
                <a:spcPts val="0"/>
              </a:spcAft>
              <a:buNone/>
              <a:defRPr sz="1400"/>
            </a:lvl3pPr>
            <a:lvl4pPr lvl="3" rtl="0" algn="ctr">
              <a:lnSpc>
                <a:spcPct val="100000"/>
              </a:lnSpc>
              <a:spcBef>
                <a:spcPts val="0"/>
              </a:spcBef>
              <a:spcAft>
                <a:spcPts val="0"/>
              </a:spcAft>
              <a:buNone/>
              <a:defRPr sz="1400"/>
            </a:lvl4pPr>
            <a:lvl5pPr lvl="4" rtl="0" algn="ctr">
              <a:lnSpc>
                <a:spcPct val="100000"/>
              </a:lnSpc>
              <a:spcBef>
                <a:spcPts val="0"/>
              </a:spcBef>
              <a:spcAft>
                <a:spcPts val="0"/>
              </a:spcAft>
              <a:buNone/>
              <a:defRPr sz="1400"/>
            </a:lvl5pPr>
            <a:lvl6pPr lvl="5" rtl="0" algn="ctr">
              <a:lnSpc>
                <a:spcPct val="100000"/>
              </a:lnSpc>
              <a:spcBef>
                <a:spcPts val="0"/>
              </a:spcBef>
              <a:spcAft>
                <a:spcPts val="0"/>
              </a:spcAft>
              <a:buNone/>
              <a:defRPr sz="1400"/>
            </a:lvl6pPr>
            <a:lvl7pPr lvl="6" rtl="0" algn="ctr">
              <a:lnSpc>
                <a:spcPct val="100000"/>
              </a:lnSpc>
              <a:spcBef>
                <a:spcPts val="0"/>
              </a:spcBef>
              <a:spcAft>
                <a:spcPts val="0"/>
              </a:spcAft>
              <a:buNone/>
              <a:defRPr sz="1400"/>
            </a:lvl7pPr>
            <a:lvl8pPr lvl="7" rtl="0" algn="ctr">
              <a:lnSpc>
                <a:spcPct val="100000"/>
              </a:lnSpc>
              <a:spcBef>
                <a:spcPts val="0"/>
              </a:spcBef>
              <a:spcAft>
                <a:spcPts val="0"/>
              </a:spcAft>
              <a:buNone/>
              <a:defRPr sz="1400"/>
            </a:lvl8pPr>
            <a:lvl9pPr lvl="8" rtl="0" algn="ctr">
              <a:lnSpc>
                <a:spcPct val="100000"/>
              </a:lnSpc>
              <a:spcBef>
                <a:spcPts val="0"/>
              </a:spcBef>
              <a:spcAft>
                <a:spcPts val="0"/>
              </a:spcAft>
              <a:buNone/>
              <a:defRPr sz="1400"/>
            </a:lvl9pPr>
          </a:lstStyle>
          <a:p/>
        </p:txBody>
      </p:sp>
      <p:sp>
        <p:nvSpPr>
          <p:cNvPr id="258" name="Google Shape;258;p43"/>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2">
  <p:cSld name="CUSTOM_4_1">
    <p:bg>
      <p:bgPr>
        <a:solidFill>
          <a:schemeClr val="dk1"/>
        </a:solidFill>
      </p:bgPr>
    </p:bg>
    <p:spTree>
      <p:nvGrpSpPr>
        <p:cNvPr id="259" name="Shape 259"/>
        <p:cNvGrpSpPr/>
        <p:nvPr/>
      </p:nvGrpSpPr>
      <p:grpSpPr>
        <a:xfrm>
          <a:off x="0" y="0"/>
          <a:ext cx="0" cy="0"/>
          <a:chOff x="0" y="0"/>
          <a:chExt cx="0" cy="0"/>
        </a:xfrm>
      </p:grpSpPr>
      <p:sp>
        <p:nvSpPr>
          <p:cNvPr id="260" name="Google Shape;260;p44"/>
          <p:cNvSpPr txBox="1"/>
          <p:nvPr>
            <p:ph type="title"/>
          </p:nvPr>
        </p:nvSpPr>
        <p:spPr>
          <a:xfrm>
            <a:off x="2397750" y="323575"/>
            <a:ext cx="6076500" cy="734700"/>
          </a:xfrm>
          <a:prstGeom prst="rect">
            <a:avLst/>
          </a:prstGeom>
        </p:spPr>
        <p:txBody>
          <a:bodyPr anchorCtr="0" anchor="t" bIns="91425" lIns="91425" spcFirstLastPara="1" rIns="91425" wrap="square" tIns="91425">
            <a:noAutofit/>
          </a:bodyPr>
          <a:lstStyle>
            <a:lvl1pPr lvl="0" rtl="0">
              <a:spcBef>
                <a:spcPts val="0"/>
              </a:spcBef>
              <a:spcAft>
                <a:spcPts val="0"/>
              </a:spcAft>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61" name="Google Shape;261;p44"/>
          <p:cNvSpPr txBox="1"/>
          <p:nvPr>
            <p:ph idx="1" type="subTitle"/>
          </p:nvPr>
        </p:nvSpPr>
        <p:spPr>
          <a:xfrm>
            <a:off x="3201193" y="1571422"/>
            <a:ext cx="1874400" cy="278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a:solidFill>
                  <a:schemeClr val="lt1"/>
                </a:solidFill>
                <a:latin typeface="Bebas Neue"/>
                <a:ea typeface="Bebas Neue"/>
                <a:cs typeface="Bebas Neue"/>
                <a:sym typeface="Bebas Neue"/>
              </a:defRPr>
            </a:lvl2pPr>
            <a:lvl3pPr lvl="2" rtl="0">
              <a:lnSpc>
                <a:spcPct val="100000"/>
              </a:lnSpc>
              <a:spcBef>
                <a:spcPts val="0"/>
              </a:spcBef>
              <a:spcAft>
                <a:spcPts val="0"/>
              </a:spcAft>
              <a:buNone/>
              <a:defRPr>
                <a:solidFill>
                  <a:schemeClr val="lt1"/>
                </a:solidFill>
                <a:latin typeface="Bebas Neue"/>
                <a:ea typeface="Bebas Neue"/>
                <a:cs typeface="Bebas Neue"/>
                <a:sym typeface="Bebas Neue"/>
              </a:defRPr>
            </a:lvl3pPr>
            <a:lvl4pPr lvl="3" rtl="0">
              <a:lnSpc>
                <a:spcPct val="100000"/>
              </a:lnSpc>
              <a:spcBef>
                <a:spcPts val="0"/>
              </a:spcBef>
              <a:spcAft>
                <a:spcPts val="0"/>
              </a:spcAft>
              <a:buNone/>
              <a:defRPr>
                <a:solidFill>
                  <a:schemeClr val="lt1"/>
                </a:solidFill>
                <a:latin typeface="Bebas Neue"/>
                <a:ea typeface="Bebas Neue"/>
                <a:cs typeface="Bebas Neue"/>
                <a:sym typeface="Bebas Neue"/>
              </a:defRPr>
            </a:lvl4pPr>
            <a:lvl5pPr lvl="4" rtl="0">
              <a:lnSpc>
                <a:spcPct val="100000"/>
              </a:lnSpc>
              <a:spcBef>
                <a:spcPts val="0"/>
              </a:spcBef>
              <a:spcAft>
                <a:spcPts val="0"/>
              </a:spcAft>
              <a:buNone/>
              <a:defRPr>
                <a:solidFill>
                  <a:schemeClr val="lt1"/>
                </a:solidFill>
                <a:latin typeface="Bebas Neue"/>
                <a:ea typeface="Bebas Neue"/>
                <a:cs typeface="Bebas Neue"/>
                <a:sym typeface="Bebas Neue"/>
              </a:defRPr>
            </a:lvl5pPr>
            <a:lvl6pPr lvl="5" rtl="0">
              <a:lnSpc>
                <a:spcPct val="100000"/>
              </a:lnSpc>
              <a:spcBef>
                <a:spcPts val="0"/>
              </a:spcBef>
              <a:spcAft>
                <a:spcPts val="0"/>
              </a:spcAft>
              <a:buNone/>
              <a:defRPr>
                <a:solidFill>
                  <a:schemeClr val="lt1"/>
                </a:solidFill>
                <a:latin typeface="Bebas Neue"/>
                <a:ea typeface="Bebas Neue"/>
                <a:cs typeface="Bebas Neue"/>
                <a:sym typeface="Bebas Neue"/>
              </a:defRPr>
            </a:lvl6pPr>
            <a:lvl7pPr lvl="6" rtl="0">
              <a:lnSpc>
                <a:spcPct val="100000"/>
              </a:lnSpc>
              <a:spcBef>
                <a:spcPts val="0"/>
              </a:spcBef>
              <a:spcAft>
                <a:spcPts val="0"/>
              </a:spcAft>
              <a:buNone/>
              <a:defRPr>
                <a:solidFill>
                  <a:schemeClr val="lt1"/>
                </a:solidFill>
                <a:latin typeface="Bebas Neue"/>
                <a:ea typeface="Bebas Neue"/>
                <a:cs typeface="Bebas Neue"/>
                <a:sym typeface="Bebas Neue"/>
              </a:defRPr>
            </a:lvl7pPr>
            <a:lvl8pPr lvl="7" rtl="0">
              <a:lnSpc>
                <a:spcPct val="100000"/>
              </a:lnSpc>
              <a:spcBef>
                <a:spcPts val="0"/>
              </a:spcBef>
              <a:spcAft>
                <a:spcPts val="0"/>
              </a:spcAft>
              <a:buNone/>
              <a:defRPr>
                <a:solidFill>
                  <a:schemeClr val="lt1"/>
                </a:solidFill>
                <a:latin typeface="Bebas Neue"/>
                <a:ea typeface="Bebas Neue"/>
                <a:cs typeface="Bebas Neue"/>
                <a:sym typeface="Bebas Neue"/>
              </a:defRPr>
            </a:lvl8pPr>
            <a:lvl9pPr lvl="8" rtl="0">
              <a:lnSpc>
                <a:spcPct val="100000"/>
              </a:lnSpc>
              <a:spcBef>
                <a:spcPts val="0"/>
              </a:spcBef>
              <a:spcAft>
                <a:spcPts val="0"/>
              </a:spcAft>
              <a:buNone/>
              <a:defRPr>
                <a:solidFill>
                  <a:schemeClr val="lt1"/>
                </a:solidFill>
                <a:latin typeface="Bebas Neue"/>
                <a:ea typeface="Bebas Neue"/>
                <a:cs typeface="Bebas Neue"/>
                <a:sym typeface="Bebas Neue"/>
              </a:defRPr>
            </a:lvl9pPr>
          </a:lstStyle>
          <a:p/>
        </p:txBody>
      </p:sp>
      <p:sp>
        <p:nvSpPr>
          <p:cNvPr id="262" name="Google Shape;262;p44"/>
          <p:cNvSpPr txBox="1"/>
          <p:nvPr>
            <p:ph idx="2" type="subTitle"/>
          </p:nvPr>
        </p:nvSpPr>
        <p:spPr>
          <a:xfrm>
            <a:off x="3201193" y="1853765"/>
            <a:ext cx="2121900" cy="472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263" name="Google Shape;263;p44"/>
          <p:cNvSpPr txBox="1"/>
          <p:nvPr>
            <p:ph idx="3" type="subTitle"/>
          </p:nvPr>
        </p:nvSpPr>
        <p:spPr>
          <a:xfrm>
            <a:off x="6341184" y="1566622"/>
            <a:ext cx="1874400" cy="287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a:solidFill>
                  <a:schemeClr val="lt1"/>
                </a:solidFill>
                <a:latin typeface="Bebas Neue"/>
                <a:ea typeface="Bebas Neue"/>
                <a:cs typeface="Bebas Neue"/>
                <a:sym typeface="Bebas Neue"/>
              </a:defRPr>
            </a:lvl2pPr>
            <a:lvl3pPr lvl="2" rtl="0">
              <a:lnSpc>
                <a:spcPct val="100000"/>
              </a:lnSpc>
              <a:spcBef>
                <a:spcPts val="0"/>
              </a:spcBef>
              <a:spcAft>
                <a:spcPts val="0"/>
              </a:spcAft>
              <a:buNone/>
              <a:defRPr>
                <a:solidFill>
                  <a:schemeClr val="lt1"/>
                </a:solidFill>
                <a:latin typeface="Bebas Neue"/>
                <a:ea typeface="Bebas Neue"/>
                <a:cs typeface="Bebas Neue"/>
                <a:sym typeface="Bebas Neue"/>
              </a:defRPr>
            </a:lvl3pPr>
            <a:lvl4pPr lvl="3" rtl="0">
              <a:lnSpc>
                <a:spcPct val="100000"/>
              </a:lnSpc>
              <a:spcBef>
                <a:spcPts val="0"/>
              </a:spcBef>
              <a:spcAft>
                <a:spcPts val="0"/>
              </a:spcAft>
              <a:buNone/>
              <a:defRPr>
                <a:solidFill>
                  <a:schemeClr val="lt1"/>
                </a:solidFill>
                <a:latin typeface="Bebas Neue"/>
                <a:ea typeface="Bebas Neue"/>
                <a:cs typeface="Bebas Neue"/>
                <a:sym typeface="Bebas Neue"/>
              </a:defRPr>
            </a:lvl4pPr>
            <a:lvl5pPr lvl="4" rtl="0">
              <a:lnSpc>
                <a:spcPct val="100000"/>
              </a:lnSpc>
              <a:spcBef>
                <a:spcPts val="0"/>
              </a:spcBef>
              <a:spcAft>
                <a:spcPts val="0"/>
              </a:spcAft>
              <a:buNone/>
              <a:defRPr>
                <a:solidFill>
                  <a:schemeClr val="lt1"/>
                </a:solidFill>
                <a:latin typeface="Bebas Neue"/>
                <a:ea typeface="Bebas Neue"/>
                <a:cs typeface="Bebas Neue"/>
                <a:sym typeface="Bebas Neue"/>
              </a:defRPr>
            </a:lvl5pPr>
            <a:lvl6pPr lvl="5" rtl="0">
              <a:lnSpc>
                <a:spcPct val="100000"/>
              </a:lnSpc>
              <a:spcBef>
                <a:spcPts val="0"/>
              </a:spcBef>
              <a:spcAft>
                <a:spcPts val="0"/>
              </a:spcAft>
              <a:buNone/>
              <a:defRPr>
                <a:solidFill>
                  <a:schemeClr val="lt1"/>
                </a:solidFill>
                <a:latin typeface="Bebas Neue"/>
                <a:ea typeface="Bebas Neue"/>
                <a:cs typeface="Bebas Neue"/>
                <a:sym typeface="Bebas Neue"/>
              </a:defRPr>
            </a:lvl6pPr>
            <a:lvl7pPr lvl="6" rtl="0">
              <a:lnSpc>
                <a:spcPct val="100000"/>
              </a:lnSpc>
              <a:spcBef>
                <a:spcPts val="0"/>
              </a:spcBef>
              <a:spcAft>
                <a:spcPts val="0"/>
              </a:spcAft>
              <a:buNone/>
              <a:defRPr>
                <a:solidFill>
                  <a:schemeClr val="lt1"/>
                </a:solidFill>
                <a:latin typeface="Bebas Neue"/>
                <a:ea typeface="Bebas Neue"/>
                <a:cs typeface="Bebas Neue"/>
                <a:sym typeface="Bebas Neue"/>
              </a:defRPr>
            </a:lvl7pPr>
            <a:lvl8pPr lvl="7" rtl="0">
              <a:lnSpc>
                <a:spcPct val="100000"/>
              </a:lnSpc>
              <a:spcBef>
                <a:spcPts val="0"/>
              </a:spcBef>
              <a:spcAft>
                <a:spcPts val="0"/>
              </a:spcAft>
              <a:buNone/>
              <a:defRPr>
                <a:solidFill>
                  <a:schemeClr val="lt1"/>
                </a:solidFill>
                <a:latin typeface="Bebas Neue"/>
                <a:ea typeface="Bebas Neue"/>
                <a:cs typeface="Bebas Neue"/>
                <a:sym typeface="Bebas Neue"/>
              </a:defRPr>
            </a:lvl8pPr>
            <a:lvl9pPr lvl="8" rtl="0">
              <a:lnSpc>
                <a:spcPct val="100000"/>
              </a:lnSpc>
              <a:spcBef>
                <a:spcPts val="0"/>
              </a:spcBef>
              <a:spcAft>
                <a:spcPts val="0"/>
              </a:spcAft>
              <a:buNone/>
              <a:defRPr>
                <a:solidFill>
                  <a:schemeClr val="lt1"/>
                </a:solidFill>
                <a:latin typeface="Bebas Neue"/>
                <a:ea typeface="Bebas Neue"/>
                <a:cs typeface="Bebas Neue"/>
                <a:sym typeface="Bebas Neue"/>
              </a:defRPr>
            </a:lvl9pPr>
          </a:lstStyle>
          <a:p/>
        </p:txBody>
      </p:sp>
      <p:sp>
        <p:nvSpPr>
          <p:cNvPr id="264" name="Google Shape;264;p44"/>
          <p:cNvSpPr txBox="1"/>
          <p:nvPr>
            <p:ph idx="4" type="subTitle"/>
          </p:nvPr>
        </p:nvSpPr>
        <p:spPr>
          <a:xfrm>
            <a:off x="6341184" y="1853765"/>
            <a:ext cx="21213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265" name="Google Shape;265;p44"/>
          <p:cNvSpPr txBox="1"/>
          <p:nvPr>
            <p:ph idx="5" type="subTitle"/>
          </p:nvPr>
        </p:nvSpPr>
        <p:spPr>
          <a:xfrm>
            <a:off x="6341184" y="2665518"/>
            <a:ext cx="1871700" cy="287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a:solidFill>
                  <a:schemeClr val="lt1"/>
                </a:solidFill>
                <a:latin typeface="Bebas Neue"/>
                <a:ea typeface="Bebas Neue"/>
                <a:cs typeface="Bebas Neue"/>
                <a:sym typeface="Bebas Neue"/>
              </a:defRPr>
            </a:lvl2pPr>
            <a:lvl3pPr lvl="2" rtl="0">
              <a:lnSpc>
                <a:spcPct val="100000"/>
              </a:lnSpc>
              <a:spcBef>
                <a:spcPts val="0"/>
              </a:spcBef>
              <a:spcAft>
                <a:spcPts val="0"/>
              </a:spcAft>
              <a:buNone/>
              <a:defRPr>
                <a:solidFill>
                  <a:schemeClr val="lt1"/>
                </a:solidFill>
                <a:latin typeface="Bebas Neue"/>
                <a:ea typeface="Bebas Neue"/>
                <a:cs typeface="Bebas Neue"/>
                <a:sym typeface="Bebas Neue"/>
              </a:defRPr>
            </a:lvl3pPr>
            <a:lvl4pPr lvl="3" rtl="0">
              <a:lnSpc>
                <a:spcPct val="100000"/>
              </a:lnSpc>
              <a:spcBef>
                <a:spcPts val="0"/>
              </a:spcBef>
              <a:spcAft>
                <a:spcPts val="0"/>
              </a:spcAft>
              <a:buNone/>
              <a:defRPr>
                <a:solidFill>
                  <a:schemeClr val="lt1"/>
                </a:solidFill>
                <a:latin typeface="Bebas Neue"/>
                <a:ea typeface="Bebas Neue"/>
                <a:cs typeface="Bebas Neue"/>
                <a:sym typeface="Bebas Neue"/>
              </a:defRPr>
            </a:lvl4pPr>
            <a:lvl5pPr lvl="4" rtl="0">
              <a:lnSpc>
                <a:spcPct val="100000"/>
              </a:lnSpc>
              <a:spcBef>
                <a:spcPts val="0"/>
              </a:spcBef>
              <a:spcAft>
                <a:spcPts val="0"/>
              </a:spcAft>
              <a:buNone/>
              <a:defRPr>
                <a:solidFill>
                  <a:schemeClr val="lt1"/>
                </a:solidFill>
                <a:latin typeface="Bebas Neue"/>
                <a:ea typeface="Bebas Neue"/>
                <a:cs typeface="Bebas Neue"/>
                <a:sym typeface="Bebas Neue"/>
              </a:defRPr>
            </a:lvl5pPr>
            <a:lvl6pPr lvl="5" rtl="0">
              <a:lnSpc>
                <a:spcPct val="100000"/>
              </a:lnSpc>
              <a:spcBef>
                <a:spcPts val="0"/>
              </a:spcBef>
              <a:spcAft>
                <a:spcPts val="0"/>
              </a:spcAft>
              <a:buNone/>
              <a:defRPr>
                <a:solidFill>
                  <a:schemeClr val="lt1"/>
                </a:solidFill>
                <a:latin typeface="Bebas Neue"/>
                <a:ea typeface="Bebas Neue"/>
                <a:cs typeface="Bebas Neue"/>
                <a:sym typeface="Bebas Neue"/>
              </a:defRPr>
            </a:lvl6pPr>
            <a:lvl7pPr lvl="6" rtl="0">
              <a:lnSpc>
                <a:spcPct val="100000"/>
              </a:lnSpc>
              <a:spcBef>
                <a:spcPts val="0"/>
              </a:spcBef>
              <a:spcAft>
                <a:spcPts val="0"/>
              </a:spcAft>
              <a:buNone/>
              <a:defRPr>
                <a:solidFill>
                  <a:schemeClr val="lt1"/>
                </a:solidFill>
                <a:latin typeface="Bebas Neue"/>
                <a:ea typeface="Bebas Neue"/>
                <a:cs typeface="Bebas Neue"/>
                <a:sym typeface="Bebas Neue"/>
              </a:defRPr>
            </a:lvl7pPr>
            <a:lvl8pPr lvl="7" rtl="0">
              <a:lnSpc>
                <a:spcPct val="100000"/>
              </a:lnSpc>
              <a:spcBef>
                <a:spcPts val="0"/>
              </a:spcBef>
              <a:spcAft>
                <a:spcPts val="0"/>
              </a:spcAft>
              <a:buNone/>
              <a:defRPr>
                <a:solidFill>
                  <a:schemeClr val="lt1"/>
                </a:solidFill>
                <a:latin typeface="Bebas Neue"/>
                <a:ea typeface="Bebas Neue"/>
                <a:cs typeface="Bebas Neue"/>
                <a:sym typeface="Bebas Neue"/>
              </a:defRPr>
            </a:lvl8pPr>
            <a:lvl9pPr lvl="8" rtl="0">
              <a:lnSpc>
                <a:spcPct val="100000"/>
              </a:lnSpc>
              <a:spcBef>
                <a:spcPts val="0"/>
              </a:spcBef>
              <a:spcAft>
                <a:spcPts val="0"/>
              </a:spcAft>
              <a:buNone/>
              <a:defRPr>
                <a:solidFill>
                  <a:schemeClr val="lt1"/>
                </a:solidFill>
                <a:latin typeface="Bebas Neue"/>
                <a:ea typeface="Bebas Neue"/>
                <a:cs typeface="Bebas Neue"/>
                <a:sym typeface="Bebas Neue"/>
              </a:defRPr>
            </a:lvl9pPr>
          </a:lstStyle>
          <a:p/>
        </p:txBody>
      </p:sp>
      <p:sp>
        <p:nvSpPr>
          <p:cNvPr id="266" name="Google Shape;266;p44"/>
          <p:cNvSpPr txBox="1"/>
          <p:nvPr>
            <p:ph idx="6" type="subTitle"/>
          </p:nvPr>
        </p:nvSpPr>
        <p:spPr>
          <a:xfrm>
            <a:off x="6341184" y="2952661"/>
            <a:ext cx="2222100" cy="472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267" name="Google Shape;267;p44"/>
          <p:cNvSpPr txBox="1"/>
          <p:nvPr>
            <p:ph idx="7" type="subTitle"/>
          </p:nvPr>
        </p:nvSpPr>
        <p:spPr>
          <a:xfrm>
            <a:off x="3201193" y="2670711"/>
            <a:ext cx="1874400" cy="2835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a:solidFill>
                  <a:schemeClr val="lt1"/>
                </a:solidFill>
                <a:latin typeface="Bebas Neue"/>
                <a:ea typeface="Bebas Neue"/>
                <a:cs typeface="Bebas Neue"/>
                <a:sym typeface="Bebas Neue"/>
              </a:defRPr>
            </a:lvl1pPr>
            <a:lvl2pPr lvl="1" rtl="0">
              <a:spcBef>
                <a:spcPts val="0"/>
              </a:spcBef>
              <a:spcAft>
                <a:spcPts val="0"/>
              </a:spcAft>
              <a:buNone/>
              <a:defRPr>
                <a:solidFill>
                  <a:schemeClr val="lt1"/>
                </a:solidFill>
                <a:latin typeface="Bebas Neue"/>
                <a:ea typeface="Bebas Neue"/>
                <a:cs typeface="Bebas Neue"/>
                <a:sym typeface="Bebas Neue"/>
              </a:defRPr>
            </a:lvl2pPr>
            <a:lvl3pPr lvl="2" rtl="0">
              <a:spcBef>
                <a:spcPts val="0"/>
              </a:spcBef>
              <a:spcAft>
                <a:spcPts val="0"/>
              </a:spcAft>
              <a:buNone/>
              <a:defRPr>
                <a:solidFill>
                  <a:schemeClr val="lt1"/>
                </a:solidFill>
                <a:latin typeface="Bebas Neue"/>
                <a:ea typeface="Bebas Neue"/>
                <a:cs typeface="Bebas Neue"/>
                <a:sym typeface="Bebas Neue"/>
              </a:defRPr>
            </a:lvl3pPr>
            <a:lvl4pPr lvl="3" rtl="0">
              <a:spcBef>
                <a:spcPts val="0"/>
              </a:spcBef>
              <a:spcAft>
                <a:spcPts val="0"/>
              </a:spcAft>
              <a:buNone/>
              <a:defRPr>
                <a:solidFill>
                  <a:schemeClr val="lt1"/>
                </a:solidFill>
                <a:latin typeface="Bebas Neue"/>
                <a:ea typeface="Bebas Neue"/>
                <a:cs typeface="Bebas Neue"/>
                <a:sym typeface="Bebas Neue"/>
              </a:defRPr>
            </a:lvl4pPr>
            <a:lvl5pPr lvl="4" rtl="0">
              <a:spcBef>
                <a:spcPts val="0"/>
              </a:spcBef>
              <a:spcAft>
                <a:spcPts val="0"/>
              </a:spcAft>
              <a:buNone/>
              <a:defRPr>
                <a:solidFill>
                  <a:schemeClr val="lt1"/>
                </a:solidFill>
                <a:latin typeface="Bebas Neue"/>
                <a:ea typeface="Bebas Neue"/>
                <a:cs typeface="Bebas Neue"/>
                <a:sym typeface="Bebas Neue"/>
              </a:defRPr>
            </a:lvl5pPr>
            <a:lvl6pPr lvl="5" rtl="0">
              <a:spcBef>
                <a:spcPts val="0"/>
              </a:spcBef>
              <a:spcAft>
                <a:spcPts val="0"/>
              </a:spcAft>
              <a:buNone/>
              <a:defRPr>
                <a:solidFill>
                  <a:schemeClr val="lt1"/>
                </a:solidFill>
                <a:latin typeface="Bebas Neue"/>
                <a:ea typeface="Bebas Neue"/>
                <a:cs typeface="Bebas Neue"/>
                <a:sym typeface="Bebas Neue"/>
              </a:defRPr>
            </a:lvl6pPr>
            <a:lvl7pPr lvl="6" rtl="0">
              <a:spcBef>
                <a:spcPts val="0"/>
              </a:spcBef>
              <a:spcAft>
                <a:spcPts val="0"/>
              </a:spcAft>
              <a:buNone/>
              <a:defRPr>
                <a:solidFill>
                  <a:schemeClr val="lt1"/>
                </a:solidFill>
                <a:latin typeface="Bebas Neue"/>
                <a:ea typeface="Bebas Neue"/>
                <a:cs typeface="Bebas Neue"/>
                <a:sym typeface="Bebas Neue"/>
              </a:defRPr>
            </a:lvl7pPr>
            <a:lvl8pPr lvl="7" rtl="0">
              <a:spcBef>
                <a:spcPts val="0"/>
              </a:spcBef>
              <a:spcAft>
                <a:spcPts val="0"/>
              </a:spcAft>
              <a:buNone/>
              <a:defRPr>
                <a:solidFill>
                  <a:schemeClr val="lt1"/>
                </a:solidFill>
                <a:latin typeface="Bebas Neue"/>
                <a:ea typeface="Bebas Neue"/>
                <a:cs typeface="Bebas Neue"/>
                <a:sym typeface="Bebas Neue"/>
              </a:defRPr>
            </a:lvl8pPr>
            <a:lvl9pPr lvl="8" rtl="0">
              <a:spcBef>
                <a:spcPts val="0"/>
              </a:spcBef>
              <a:spcAft>
                <a:spcPts val="0"/>
              </a:spcAft>
              <a:buNone/>
              <a:defRPr>
                <a:solidFill>
                  <a:schemeClr val="lt1"/>
                </a:solidFill>
                <a:latin typeface="Bebas Neue"/>
                <a:ea typeface="Bebas Neue"/>
                <a:cs typeface="Bebas Neue"/>
                <a:sym typeface="Bebas Neue"/>
              </a:defRPr>
            </a:lvl9pPr>
          </a:lstStyle>
          <a:p/>
        </p:txBody>
      </p:sp>
      <p:sp>
        <p:nvSpPr>
          <p:cNvPr id="268" name="Google Shape;268;p44"/>
          <p:cNvSpPr txBox="1"/>
          <p:nvPr>
            <p:ph idx="8" type="subTitle"/>
          </p:nvPr>
        </p:nvSpPr>
        <p:spPr>
          <a:xfrm>
            <a:off x="3201193" y="2954334"/>
            <a:ext cx="21219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269" name="Google Shape;269;p44"/>
          <p:cNvSpPr txBox="1"/>
          <p:nvPr>
            <p:ph idx="9" type="subTitle"/>
          </p:nvPr>
        </p:nvSpPr>
        <p:spPr>
          <a:xfrm>
            <a:off x="3201193" y="3785607"/>
            <a:ext cx="1871700" cy="2835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a:solidFill>
                  <a:schemeClr val="lt1"/>
                </a:solidFill>
                <a:latin typeface="Bebas Neue"/>
                <a:ea typeface="Bebas Neue"/>
                <a:cs typeface="Bebas Neue"/>
                <a:sym typeface="Bebas Neue"/>
              </a:defRPr>
            </a:lvl1pPr>
            <a:lvl2pPr lvl="1" rtl="0">
              <a:spcBef>
                <a:spcPts val="0"/>
              </a:spcBef>
              <a:spcAft>
                <a:spcPts val="0"/>
              </a:spcAft>
              <a:buNone/>
              <a:defRPr>
                <a:solidFill>
                  <a:schemeClr val="lt1"/>
                </a:solidFill>
                <a:latin typeface="Bebas Neue"/>
                <a:ea typeface="Bebas Neue"/>
                <a:cs typeface="Bebas Neue"/>
                <a:sym typeface="Bebas Neue"/>
              </a:defRPr>
            </a:lvl2pPr>
            <a:lvl3pPr lvl="2" rtl="0">
              <a:spcBef>
                <a:spcPts val="0"/>
              </a:spcBef>
              <a:spcAft>
                <a:spcPts val="0"/>
              </a:spcAft>
              <a:buNone/>
              <a:defRPr>
                <a:solidFill>
                  <a:schemeClr val="lt1"/>
                </a:solidFill>
                <a:latin typeface="Bebas Neue"/>
                <a:ea typeface="Bebas Neue"/>
                <a:cs typeface="Bebas Neue"/>
                <a:sym typeface="Bebas Neue"/>
              </a:defRPr>
            </a:lvl3pPr>
            <a:lvl4pPr lvl="3" rtl="0">
              <a:spcBef>
                <a:spcPts val="0"/>
              </a:spcBef>
              <a:spcAft>
                <a:spcPts val="0"/>
              </a:spcAft>
              <a:buNone/>
              <a:defRPr>
                <a:solidFill>
                  <a:schemeClr val="lt1"/>
                </a:solidFill>
                <a:latin typeface="Bebas Neue"/>
                <a:ea typeface="Bebas Neue"/>
                <a:cs typeface="Bebas Neue"/>
                <a:sym typeface="Bebas Neue"/>
              </a:defRPr>
            </a:lvl4pPr>
            <a:lvl5pPr lvl="4" rtl="0">
              <a:spcBef>
                <a:spcPts val="0"/>
              </a:spcBef>
              <a:spcAft>
                <a:spcPts val="0"/>
              </a:spcAft>
              <a:buNone/>
              <a:defRPr>
                <a:solidFill>
                  <a:schemeClr val="lt1"/>
                </a:solidFill>
                <a:latin typeface="Bebas Neue"/>
                <a:ea typeface="Bebas Neue"/>
                <a:cs typeface="Bebas Neue"/>
                <a:sym typeface="Bebas Neue"/>
              </a:defRPr>
            </a:lvl5pPr>
            <a:lvl6pPr lvl="5" rtl="0">
              <a:spcBef>
                <a:spcPts val="0"/>
              </a:spcBef>
              <a:spcAft>
                <a:spcPts val="0"/>
              </a:spcAft>
              <a:buNone/>
              <a:defRPr>
                <a:solidFill>
                  <a:schemeClr val="lt1"/>
                </a:solidFill>
                <a:latin typeface="Bebas Neue"/>
                <a:ea typeface="Bebas Neue"/>
                <a:cs typeface="Bebas Neue"/>
                <a:sym typeface="Bebas Neue"/>
              </a:defRPr>
            </a:lvl6pPr>
            <a:lvl7pPr lvl="6" rtl="0">
              <a:spcBef>
                <a:spcPts val="0"/>
              </a:spcBef>
              <a:spcAft>
                <a:spcPts val="0"/>
              </a:spcAft>
              <a:buNone/>
              <a:defRPr>
                <a:solidFill>
                  <a:schemeClr val="lt1"/>
                </a:solidFill>
                <a:latin typeface="Bebas Neue"/>
                <a:ea typeface="Bebas Neue"/>
                <a:cs typeface="Bebas Neue"/>
                <a:sym typeface="Bebas Neue"/>
              </a:defRPr>
            </a:lvl7pPr>
            <a:lvl8pPr lvl="7" rtl="0">
              <a:spcBef>
                <a:spcPts val="0"/>
              </a:spcBef>
              <a:spcAft>
                <a:spcPts val="0"/>
              </a:spcAft>
              <a:buNone/>
              <a:defRPr>
                <a:solidFill>
                  <a:schemeClr val="lt1"/>
                </a:solidFill>
                <a:latin typeface="Bebas Neue"/>
                <a:ea typeface="Bebas Neue"/>
                <a:cs typeface="Bebas Neue"/>
                <a:sym typeface="Bebas Neue"/>
              </a:defRPr>
            </a:lvl8pPr>
            <a:lvl9pPr lvl="8" rtl="0">
              <a:spcBef>
                <a:spcPts val="0"/>
              </a:spcBef>
              <a:spcAft>
                <a:spcPts val="0"/>
              </a:spcAft>
              <a:buNone/>
              <a:defRPr>
                <a:solidFill>
                  <a:schemeClr val="lt1"/>
                </a:solidFill>
                <a:latin typeface="Bebas Neue"/>
                <a:ea typeface="Bebas Neue"/>
                <a:cs typeface="Bebas Neue"/>
                <a:sym typeface="Bebas Neue"/>
              </a:defRPr>
            </a:lvl9pPr>
          </a:lstStyle>
          <a:p/>
        </p:txBody>
      </p:sp>
      <p:sp>
        <p:nvSpPr>
          <p:cNvPr id="270" name="Google Shape;270;p44"/>
          <p:cNvSpPr txBox="1"/>
          <p:nvPr>
            <p:ph idx="13" type="subTitle"/>
          </p:nvPr>
        </p:nvSpPr>
        <p:spPr>
          <a:xfrm>
            <a:off x="3201193" y="4070783"/>
            <a:ext cx="21213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271" name="Google Shape;271;p44"/>
          <p:cNvSpPr txBox="1"/>
          <p:nvPr>
            <p:ph idx="14" type="subTitle"/>
          </p:nvPr>
        </p:nvSpPr>
        <p:spPr>
          <a:xfrm>
            <a:off x="6341184" y="3787383"/>
            <a:ext cx="1871700" cy="2835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a:solidFill>
                  <a:schemeClr val="lt1"/>
                </a:solidFill>
                <a:latin typeface="Bebas Neue"/>
                <a:ea typeface="Bebas Neue"/>
                <a:cs typeface="Bebas Neue"/>
                <a:sym typeface="Bebas Neue"/>
              </a:defRPr>
            </a:lvl1pPr>
            <a:lvl2pPr lvl="1" rtl="0">
              <a:spcBef>
                <a:spcPts val="0"/>
              </a:spcBef>
              <a:spcAft>
                <a:spcPts val="0"/>
              </a:spcAft>
              <a:buNone/>
              <a:defRPr>
                <a:solidFill>
                  <a:schemeClr val="lt1"/>
                </a:solidFill>
                <a:latin typeface="Bebas Neue"/>
                <a:ea typeface="Bebas Neue"/>
                <a:cs typeface="Bebas Neue"/>
                <a:sym typeface="Bebas Neue"/>
              </a:defRPr>
            </a:lvl2pPr>
            <a:lvl3pPr lvl="2" rtl="0">
              <a:spcBef>
                <a:spcPts val="0"/>
              </a:spcBef>
              <a:spcAft>
                <a:spcPts val="0"/>
              </a:spcAft>
              <a:buNone/>
              <a:defRPr>
                <a:solidFill>
                  <a:schemeClr val="lt1"/>
                </a:solidFill>
                <a:latin typeface="Bebas Neue"/>
                <a:ea typeface="Bebas Neue"/>
                <a:cs typeface="Bebas Neue"/>
                <a:sym typeface="Bebas Neue"/>
              </a:defRPr>
            </a:lvl3pPr>
            <a:lvl4pPr lvl="3" rtl="0">
              <a:spcBef>
                <a:spcPts val="0"/>
              </a:spcBef>
              <a:spcAft>
                <a:spcPts val="0"/>
              </a:spcAft>
              <a:buNone/>
              <a:defRPr>
                <a:solidFill>
                  <a:schemeClr val="lt1"/>
                </a:solidFill>
                <a:latin typeface="Bebas Neue"/>
                <a:ea typeface="Bebas Neue"/>
                <a:cs typeface="Bebas Neue"/>
                <a:sym typeface="Bebas Neue"/>
              </a:defRPr>
            </a:lvl4pPr>
            <a:lvl5pPr lvl="4" rtl="0">
              <a:spcBef>
                <a:spcPts val="0"/>
              </a:spcBef>
              <a:spcAft>
                <a:spcPts val="0"/>
              </a:spcAft>
              <a:buNone/>
              <a:defRPr>
                <a:solidFill>
                  <a:schemeClr val="lt1"/>
                </a:solidFill>
                <a:latin typeface="Bebas Neue"/>
                <a:ea typeface="Bebas Neue"/>
                <a:cs typeface="Bebas Neue"/>
                <a:sym typeface="Bebas Neue"/>
              </a:defRPr>
            </a:lvl5pPr>
            <a:lvl6pPr lvl="5" rtl="0">
              <a:spcBef>
                <a:spcPts val="0"/>
              </a:spcBef>
              <a:spcAft>
                <a:spcPts val="0"/>
              </a:spcAft>
              <a:buNone/>
              <a:defRPr>
                <a:solidFill>
                  <a:schemeClr val="lt1"/>
                </a:solidFill>
                <a:latin typeface="Bebas Neue"/>
                <a:ea typeface="Bebas Neue"/>
                <a:cs typeface="Bebas Neue"/>
                <a:sym typeface="Bebas Neue"/>
              </a:defRPr>
            </a:lvl6pPr>
            <a:lvl7pPr lvl="6" rtl="0">
              <a:spcBef>
                <a:spcPts val="0"/>
              </a:spcBef>
              <a:spcAft>
                <a:spcPts val="0"/>
              </a:spcAft>
              <a:buNone/>
              <a:defRPr>
                <a:solidFill>
                  <a:schemeClr val="lt1"/>
                </a:solidFill>
                <a:latin typeface="Bebas Neue"/>
                <a:ea typeface="Bebas Neue"/>
                <a:cs typeface="Bebas Neue"/>
                <a:sym typeface="Bebas Neue"/>
              </a:defRPr>
            </a:lvl7pPr>
            <a:lvl8pPr lvl="7" rtl="0">
              <a:spcBef>
                <a:spcPts val="0"/>
              </a:spcBef>
              <a:spcAft>
                <a:spcPts val="0"/>
              </a:spcAft>
              <a:buNone/>
              <a:defRPr>
                <a:solidFill>
                  <a:schemeClr val="lt1"/>
                </a:solidFill>
                <a:latin typeface="Bebas Neue"/>
                <a:ea typeface="Bebas Neue"/>
                <a:cs typeface="Bebas Neue"/>
                <a:sym typeface="Bebas Neue"/>
              </a:defRPr>
            </a:lvl8pPr>
            <a:lvl9pPr lvl="8" rtl="0">
              <a:spcBef>
                <a:spcPts val="0"/>
              </a:spcBef>
              <a:spcAft>
                <a:spcPts val="0"/>
              </a:spcAft>
              <a:buNone/>
              <a:defRPr>
                <a:solidFill>
                  <a:schemeClr val="lt1"/>
                </a:solidFill>
                <a:latin typeface="Bebas Neue"/>
                <a:ea typeface="Bebas Neue"/>
                <a:cs typeface="Bebas Neue"/>
                <a:sym typeface="Bebas Neue"/>
              </a:defRPr>
            </a:lvl9pPr>
          </a:lstStyle>
          <a:p/>
        </p:txBody>
      </p:sp>
      <p:sp>
        <p:nvSpPr>
          <p:cNvPr id="272" name="Google Shape;272;p44"/>
          <p:cNvSpPr txBox="1"/>
          <p:nvPr>
            <p:ph idx="15" type="subTitle"/>
          </p:nvPr>
        </p:nvSpPr>
        <p:spPr>
          <a:xfrm>
            <a:off x="6341184" y="4072559"/>
            <a:ext cx="21213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273" name="Google Shape;273;p44"/>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1">
    <p:spTree>
      <p:nvGrpSpPr>
        <p:cNvPr id="274" name="Shape 274"/>
        <p:cNvGrpSpPr/>
        <p:nvPr/>
      </p:nvGrpSpPr>
      <p:grpSpPr>
        <a:xfrm>
          <a:off x="0" y="0"/>
          <a:ext cx="0" cy="0"/>
          <a:chOff x="0" y="0"/>
          <a:chExt cx="0" cy="0"/>
        </a:xfrm>
      </p:grpSpPr>
      <p:sp>
        <p:nvSpPr>
          <p:cNvPr id="275" name="Google Shape;275;p45"/>
          <p:cNvSpPr/>
          <p:nvPr/>
        </p:nvSpPr>
        <p:spPr>
          <a:xfrm>
            <a:off x="2766683" y="357561"/>
            <a:ext cx="5559600" cy="4489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76" name="Google Shape;276;p45"/>
          <p:cNvSpPr txBox="1"/>
          <p:nvPr>
            <p:ph idx="1" type="subTitle"/>
          </p:nvPr>
        </p:nvSpPr>
        <p:spPr>
          <a:xfrm>
            <a:off x="3845043" y="1000523"/>
            <a:ext cx="1627500" cy="21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277" name="Google Shape;277;p45"/>
          <p:cNvSpPr txBox="1"/>
          <p:nvPr>
            <p:ph idx="2" type="subTitle"/>
          </p:nvPr>
        </p:nvSpPr>
        <p:spPr>
          <a:xfrm>
            <a:off x="3845043" y="1263389"/>
            <a:ext cx="1645500" cy="87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p:txBody>
      </p:sp>
      <p:sp>
        <p:nvSpPr>
          <p:cNvPr id="278" name="Google Shape;278;p45"/>
          <p:cNvSpPr txBox="1"/>
          <p:nvPr>
            <p:ph idx="3" type="subTitle"/>
          </p:nvPr>
        </p:nvSpPr>
        <p:spPr>
          <a:xfrm>
            <a:off x="3845043" y="3088289"/>
            <a:ext cx="1627500" cy="21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279" name="Google Shape;279;p45"/>
          <p:cNvSpPr txBox="1"/>
          <p:nvPr>
            <p:ph idx="4" type="subTitle"/>
          </p:nvPr>
        </p:nvSpPr>
        <p:spPr>
          <a:xfrm>
            <a:off x="6411818" y="1263378"/>
            <a:ext cx="1645500" cy="87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p:txBody>
      </p:sp>
      <p:sp>
        <p:nvSpPr>
          <p:cNvPr id="280" name="Google Shape;280;p45"/>
          <p:cNvSpPr txBox="1"/>
          <p:nvPr>
            <p:ph idx="5" type="subTitle"/>
          </p:nvPr>
        </p:nvSpPr>
        <p:spPr>
          <a:xfrm>
            <a:off x="6411068" y="999173"/>
            <a:ext cx="1629000" cy="222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281" name="Google Shape;281;p45"/>
          <p:cNvSpPr txBox="1"/>
          <p:nvPr>
            <p:ph idx="6" type="subTitle"/>
          </p:nvPr>
        </p:nvSpPr>
        <p:spPr>
          <a:xfrm>
            <a:off x="3845043" y="3350418"/>
            <a:ext cx="1649400" cy="87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p:txBody>
      </p:sp>
      <p:sp>
        <p:nvSpPr>
          <p:cNvPr id="282" name="Google Shape;282;p45"/>
          <p:cNvSpPr txBox="1"/>
          <p:nvPr>
            <p:ph idx="7" type="subTitle"/>
          </p:nvPr>
        </p:nvSpPr>
        <p:spPr>
          <a:xfrm>
            <a:off x="6411818" y="3088289"/>
            <a:ext cx="1627500" cy="21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283" name="Google Shape;283;p45"/>
          <p:cNvSpPr txBox="1"/>
          <p:nvPr>
            <p:ph idx="8" type="subTitle"/>
          </p:nvPr>
        </p:nvSpPr>
        <p:spPr>
          <a:xfrm>
            <a:off x="6411818" y="3351760"/>
            <a:ext cx="1645500" cy="87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p:txBody>
      </p:sp>
      <p:sp>
        <p:nvSpPr>
          <p:cNvPr id="284" name="Google Shape;284;p45"/>
          <p:cNvSpPr txBox="1"/>
          <p:nvPr>
            <p:ph type="title"/>
          </p:nvPr>
        </p:nvSpPr>
        <p:spPr>
          <a:xfrm>
            <a:off x="696450" y="1555800"/>
            <a:ext cx="1857600" cy="2031900"/>
          </a:xfrm>
          <a:prstGeom prst="rect">
            <a:avLst/>
          </a:prstGeom>
        </p:spPr>
        <p:txBody>
          <a:bodyPr anchorCtr="0" anchor="ctr" bIns="91425" lIns="91425" spcFirstLastPara="1" rIns="91425" wrap="square" tIns="91425">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5" name="Google Shape;285;p45"/>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_2">
    <p:bg>
      <p:bgPr>
        <a:solidFill>
          <a:schemeClr val="dk1"/>
        </a:solidFill>
      </p:bgPr>
    </p:bg>
    <p:spTree>
      <p:nvGrpSpPr>
        <p:cNvPr id="286" name="Shape 286"/>
        <p:cNvGrpSpPr/>
        <p:nvPr/>
      </p:nvGrpSpPr>
      <p:grpSpPr>
        <a:xfrm>
          <a:off x="0" y="0"/>
          <a:ext cx="0" cy="0"/>
          <a:chOff x="0" y="0"/>
          <a:chExt cx="0" cy="0"/>
        </a:xfrm>
      </p:grpSpPr>
      <p:sp>
        <p:nvSpPr>
          <p:cNvPr id="287" name="Google Shape;287;p46"/>
          <p:cNvSpPr/>
          <p:nvPr/>
        </p:nvSpPr>
        <p:spPr>
          <a:xfrm>
            <a:off x="4116250" y="2066300"/>
            <a:ext cx="5208900" cy="10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solidFill>
                <a:schemeClr val="lt1"/>
              </a:solidFill>
            </a:endParaRPr>
          </a:p>
        </p:txBody>
      </p:sp>
      <p:sp>
        <p:nvSpPr>
          <p:cNvPr id="288" name="Google Shape;288;p46"/>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6"/>
          <p:cNvSpPr txBox="1"/>
          <p:nvPr>
            <p:ph idx="1" type="subTitle"/>
          </p:nvPr>
        </p:nvSpPr>
        <p:spPr>
          <a:xfrm>
            <a:off x="1617018" y="695723"/>
            <a:ext cx="1627500" cy="21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290" name="Google Shape;290;p46"/>
          <p:cNvSpPr txBox="1"/>
          <p:nvPr>
            <p:ph idx="2" type="subTitle"/>
          </p:nvPr>
        </p:nvSpPr>
        <p:spPr>
          <a:xfrm>
            <a:off x="1617018" y="958589"/>
            <a:ext cx="1645500" cy="87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291" name="Google Shape;291;p46"/>
          <p:cNvSpPr txBox="1"/>
          <p:nvPr>
            <p:ph idx="3" type="subTitle"/>
          </p:nvPr>
        </p:nvSpPr>
        <p:spPr>
          <a:xfrm>
            <a:off x="1617018" y="3393089"/>
            <a:ext cx="1627500" cy="21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292" name="Google Shape;292;p46"/>
          <p:cNvSpPr txBox="1"/>
          <p:nvPr>
            <p:ph idx="4" type="subTitle"/>
          </p:nvPr>
        </p:nvSpPr>
        <p:spPr>
          <a:xfrm>
            <a:off x="1617018" y="3655218"/>
            <a:ext cx="1649400" cy="87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293" name="Google Shape;293;p46"/>
          <p:cNvSpPr txBox="1"/>
          <p:nvPr>
            <p:ph idx="5" type="subTitle"/>
          </p:nvPr>
        </p:nvSpPr>
        <p:spPr>
          <a:xfrm>
            <a:off x="1617018" y="2047268"/>
            <a:ext cx="1627500" cy="21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294" name="Google Shape;294;p46"/>
          <p:cNvSpPr txBox="1"/>
          <p:nvPr>
            <p:ph idx="6" type="subTitle"/>
          </p:nvPr>
        </p:nvSpPr>
        <p:spPr>
          <a:xfrm>
            <a:off x="1617018" y="2310740"/>
            <a:ext cx="1645500" cy="87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295" name="Google Shape;295;p46"/>
          <p:cNvSpPr txBox="1"/>
          <p:nvPr>
            <p:ph type="title"/>
          </p:nvPr>
        </p:nvSpPr>
        <p:spPr>
          <a:xfrm>
            <a:off x="4571475" y="2238025"/>
            <a:ext cx="3868500" cy="6576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1_1">
    <p:spTree>
      <p:nvGrpSpPr>
        <p:cNvPr id="296" name="Shape 296"/>
        <p:cNvGrpSpPr/>
        <p:nvPr/>
      </p:nvGrpSpPr>
      <p:grpSpPr>
        <a:xfrm>
          <a:off x="0" y="0"/>
          <a:ext cx="0" cy="0"/>
          <a:chOff x="0" y="0"/>
          <a:chExt cx="0" cy="0"/>
        </a:xfrm>
      </p:grpSpPr>
      <p:sp>
        <p:nvSpPr>
          <p:cNvPr id="297" name="Google Shape;297;p47"/>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7"/>
          <p:cNvSpPr txBox="1"/>
          <p:nvPr>
            <p:ph idx="1" type="subTitle"/>
          </p:nvPr>
        </p:nvSpPr>
        <p:spPr>
          <a:xfrm>
            <a:off x="4800600" y="740624"/>
            <a:ext cx="1627500" cy="21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0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0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0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0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0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0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0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0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000">
                <a:solidFill>
                  <a:schemeClr val="dk1"/>
                </a:solidFill>
                <a:latin typeface="Bebas Neue"/>
                <a:ea typeface="Bebas Neue"/>
                <a:cs typeface="Bebas Neue"/>
                <a:sym typeface="Bebas Neue"/>
              </a:defRPr>
            </a:lvl9pPr>
          </a:lstStyle>
          <a:p/>
        </p:txBody>
      </p:sp>
      <p:sp>
        <p:nvSpPr>
          <p:cNvPr id="299" name="Google Shape;299;p47"/>
          <p:cNvSpPr txBox="1"/>
          <p:nvPr>
            <p:ph idx="2" type="subTitle"/>
          </p:nvPr>
        </p:nvSpPr>
        <p:spPr>
          <a:xfrm>
            <a:off x="4800600" y="1098397"/>
            <a:ext cx="3405000" cy="460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00" name="Google Shape;300;p47"/>
          <p:cNvSpPr txBox="1"/>
          <p:nvPr>
            <p:ph idx="3" type="subTitle"/>
          </p:nvPr>
        </p:nvSpPr>
        <p:spPr>
          <a:xfrm>
            <a:off x="4800600" y="3611735"/>
            <a:ext cx="1627500" cy="21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0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0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0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0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0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0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0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0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000">
                <a:solidFill>
                  <a:schemeClr val="dk1"/>
                </a:solidFill>
                <a:latin typeface="Bebas Neue"/>
                <a:ea typeface="Bebas Neue"/>
                <a:cs typeface="Bebas Neue"/>
                <a:sym typeface="Bebas Neue"/>
              </a:defRPr>
            </a:lvl9pPr>
          </a:lstStyle>
          <a:p/>
        </p:txBody>
      </p:sp>
      <p:sp>
        <p:nvSpPr>
          <p:cNvPr id="301" name="Google Shape;301;p47"/>
          <p:cNvSpPr txBox="1"/>
          <p:nvPr>
            <p:ph idx="4" type="subTitle"/>
          </p:nvPr>
        </p:nvSpPr>
        <p:spPr>
          <a:xfrm>
            <a:off x="4800600" y="2060915"/>
            <a:ext cx="34017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02" name="Google Shape;302;p47"/>
          <p:cNvSpPr txBox="1"/>
          <p:nvPr>
            <p:ph idx="5" type="subTitle"/>
          </p:nvPr>
        </p:nvSpPr>
        <p:spPr>
          <a:xfrm>
            <a:off x="4800600" y="1698951"/>
            <a:ext cx="1629000" cy="222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0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0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0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0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0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0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0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0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000">
                <a:solidFill>
                  <a:schemeClr val="dk1"/>
                </a:solidFill>
                <a:latin typeface="Bebas Neue"/>
                <a:ea typeface="Bebas Neue"/>
                <a:cs typeface="Bebas Neue"/>
                <a:sym typeface="Bebas Neue"/>
              </a:defRPr>
            </a:lvl9pPr>
          </a:lstStyle>
          <a:p/>
        </p:txBody>
      </p:sp>
      <p:sp>
        <p:nvSpPr>
          <p:cNvPr id="303" name="Google Shape;303;p47"/>
          <p:cNvSpPr txBox="1"/>
          <p:nvPr>
            <p:ph idx="6" type="subTitle"/>
          </p:nvPr>
        </p:nvSpPr>
        <p:spPr>
          <a:xfrm>
            <a:off x="4800600" y="3970871"/>
            <a:ext cx="34017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04" name="Google Shape;304;p47"/>
          <p:cNvSpPr txBox="1"/>
          <p:nvPr>
            <p:ph type="title"/>
          </p:nvPr>
        </p:nvSpPr>
        <p:spPr>
          <a:xfrm>
            <a:off x="603150" y="1892800"/>
            <a:ext cx="2044200" cy="1191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5" name="Google Shape;305;p47"/>
          <p:cNvSpPr txBox="1"/>
          <p:nvPr>
            <p:ph idx="7" type="subTitle"/>
          </p:nvPr>
        </p:nvSpPr>
        <p:spPr>
          <a:xfrm>
            <a:off x="4800600" y="3020457"/>
            <a:ext cx="34017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06" name="Google Shape;306;p47"/>
          <p:cNvSpPr txBox="1"/>
          <p:nvPr>
            <p:ph idx="8" type="subTitle"/>
          </p:nvPr>
        </p:nvSpPr>
        <p:spPr>
          <a:xfrm>
            <a:off x="4800600" y="2658653"/>
            <a:ext cx="1629000" cy="222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0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0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0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0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0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0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0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0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0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4">
  <p:cSld name="CUSTOM_1_1_2">
    <p:spTree>
      <p:nvGrpSpPr>
        <p:cNvPr id="307" name="Shape 307"/>
        <p:cNvGrpSpPr/>
        <p:nvPr/>
      </p:nvGrpSpPr>
      <p:grpSpPr>
        <a:xfrm>
          <a:off x="0" y="0"/>
          <a:ext cx="0" cy="0"/>
          <a:chOff x="0" y="0"/>
          <a:chExt cx="0" cy="0"/>
        </a:xfrm>
      </p:grpSpPr>
      <p:sp>
        <p:nvSpPr>
          <p:cNvPr id="308" name="Google Shape;308;p48"/>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8"/>
          <p:cNvSpPr txBox="1"/>
          <p:nvPr>
            <p:ph idx="1" type="subTitle"/>
          </p:nvPr>
        </p:nvSpPr>
        <p:spPr>
          <a:xfrm>
            <a:off x="1440172" y="1904975"/>
            <a:ext cx="1464000" cy="219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2000">
                <a:solidFill>
                  <a:schemeClr val="lt1"/>
                </a:solidFill>
                <a:latin typeface="Bebas Neue"/>
                <a:ea typeface="Bebas Neue"/>
                <a:cs typeface="Bebas Neue"/>
                <a:sym typeface="Bebas Neue"/>
              </a:defRPr>
            </a:lvl1pPr>
            <a:lvl2pPr lvl="1" rtl="0" algn="r">
              <a:lnSpc>
                <a:spcPct val="100000"/>
              </a:lnSpc>
              <a:spcBef>
                <a:spcPts val="0"/>
              </a:spcBef>
              <a:spcAft>
                <a:spcPts val="0"/>
              </a:spcAft>
              <a:buNone/>
              <a:defRPr sz="2000">
                <a:solidFill>
                  <a:schemeClr val="lt1"/>
                </a:solidFill>
                <a:latin typeface="Bebas Neue"/>
                <a:ea typeface="Bebas Neue"/>
                <a:cs typeface="Bebas Neue"/>
                <a:sym typeface="Bebas Neue"/>
              </a:defRPr>
            </a:lvl2pPr>
            <a:lvl3pPr lvl="2" rtl="0" algn="r">
              <a:lnSpc>
                <a:spcPct val="100000"/>
              </a:lnSpc>
              <a:spcBef>
                <a:spcPts val="0"/>
              </a:spcBef>
              <a:spcAft>
                <a:spcPts val="0"/>
              </a:spcAft>
              <a:buNone/>
              <a:defRPr sz="2000">
                <a:solidFill>
                  <a:schemeClr val="lt1"/>
                </a:solidFill>
                <a:latin typeface="Bebas Neue"/>
                <a:ea typeface="Bebas Neue"/>
                <a:cs typeface="Bebas Neue"/>
                <a:sym typeface="Bebas Neue"/>
              </a:defRPr>
            </a:lvl3pPr>
            <a:lvl4pPr lvl="3" rtl="0" algn="r">
              <a:lnSpc>
                <a:spcPct val="100000"/>
              </a:lnSpc>
              <a:spcBef>
                <a:spcPts val="0"/>
              </a:spcBef>
              <a:spcAft>
                <a:spcPts val="0"/>
              </a:spcAft>
              <a:buNone/>
              <a:defRPr sz="2000">
                <a:solidFill>
                  <a:schemeClr val="lt1"/>
                </a:solidFill>
                <a:latin typeface="Bebas Neue"/>
                <a:ea typeface="Bebas Neue"/>
                <a:cs typeface="Bebas Neue"/>
                <a:sym typeface="Bebas Neue"/>
              </a:defRPr>
            </a:lvl4pPr>
            <a:lvl5pPr lvl="4" rtl="0" algn="r">
              <a:lnSpc>
                <a:spcPct val="100000"/>
              </a:lnSpc>
              <a:spcBef>
                <a:spcPts val="0"/>
              </a:spcBef>
              <a:spcAft>
                <a:spcPts val="0"/>
              </a:spcAft>
              <a:buNone/>
              <a:defRPr sz="2000">
                <a:solidFill>
                  <a:schemeClr val="lt1"/>
                </a:solidFill>
                <a:latin typeface="Bebas Neue"/>
                <a:ea typeface="Bebas Neue"/>
                <a:cs typeface="Bebas Neue"/>
                <a:sym typeface="Bebas Neue"/>
              </a:defRPr>
            </a:lvl5pPr>
            <a:lvl6pPr lvl="5" rtl="0" algn="r">
              <a:lnSpc>
                <a:spcPct val="100000"/>
              </a:lnSpc>
              <a:spcBef>
                <a:spcPts val="0"/>
              </a:spcBef>
              <a:spcAft>
                <a:spcPts val="0"/>
              </a:spcAft>
              <a:buNone/>
              <a:defRPr sz="2000">
                <a:solidFill>
                  <a:schemeClr val="lt1"/>
                </a:solidFill>
                <a:latin typeface="Bebas Neue"/>
                <a:ea typeface="Bebas Neue"/>
                <a:cs typeface="Bebas Neue"/>
                <a:sym typeface="Bebas Neue"/>
              </a:defRPr>
            </a:lvl6pPr>
            <a:lvl7pPr lvl="6" rtl="0" algn="r">
              <a:lnSpc>
                <a:spcPct val="100000"/>
              </a:lnSpc>
              <a:spcBef>
                <a:spcPts val="0"/>
              </a:spcBef>
              <a:spcAft>
                <a:spcPts val="0"/>
              </a:spcAft>
              <a:buNone/>
              <a:defRPr sz="2000">
                <a:solidFill>
                  <a:schemeClr val="lt1"/>
                </a:solidFill>
                <a:latin typeface="Bebas Neue"/>
                <a:ea typeface="Bebas Neue"/>
                <a:cs typeface="Bebas Neue"/>
                <a:sym typeface="Bebas Neue"/>
              </a:defRPr>
            </a:lvl7pPr>
            <a:lvl8pPr lvl="7" rtl="0" algn="r">
              <a:lnSpc>
                <a:spcPct val="100000"/>
              </a:lnSpc>
              <a:spcBef>
                <a:spcPts val="0"/>
              </a:spcBef>
              <a:spcAft>
                <a:spcPts val="0"/>
              </a:spcAft>
              <a:buNone/>
              <a:defRPr sz="2000">
                <a:solidFill>
                  <a:schemeClr val="lt1"/>
                </a:solidFill>
                <a:latin typeface="Bebas Neue"/>
                <a:ea typeface="Bebas Neue"/>
                <a:cs typeface="Bebas Neue"/>
                <a:sym typeface="Bebas Neue"/>
              </a:defRPr>
            </a:lvl8pPr>
            <a:lvl9pPr lvl="8" rtl="0" algn="r">
              <a:lnSpc>
                <a:spcPct val="100000"/>
              </a:lnSpc>
              <a:spcBef>
                <a:spcPts val="0"/>
              </a:spcBef>
              <a:spcAft>
                <a:spcPts val="0"/>
              </a:spcAft>
              <a:buNone/>
              <a:defRPr sz="2000">
                <a:solidFill>
                  <a:schemeClr val="lt1"/>
                </a:solidFill>
                <a:latin typeface="Bebas Neue"/>
                <a:ea typeface="Bebas Neue"/>
                <a:cs typeface="Bebas Neue"/>
                <a:sym typeface="Bebas Neue"/>
              </a:defRPr>
            </a:lvl9pPr>
          </a:lstStyle>
          <a:p/>
        </p:txBody>
      </p:sp>
      <p:sp>
        <p:nvSpPr>
          <p:cNvPr id="310" name="Google Shape;310;p48"/>
          <p:cNvSpPr txBox="1"/>
          <p:nvPr>
            <p:ph idx="2" type="subTitle"/>
          </p:nvPr>
        </p:nvSpPr>
        <p:spPr>
          <a:xfrm>
            <a:off x="713225" y="2262750"/>
            <a:ext cx="2191200" cy="4602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gn="r">
              <a:lnSpc>
                <a:spcPct val="100000"/>
              </a:lnSpc>
              <a:spcBef>
                <a:spcPts val="0"/>
              </a:spcBef>
              <a:spcAft>
                <a:spcPts val="0"/>
              </a:spcAft>
              <a:buNone/>
              <a:defRPr sz="1400">
                <a:solidFill>
                  <a:schemeClr val="lt1"/>
                </a:solidFill>
              </a:defRPr>
            </a:lvl2pPr>
            <a:lvl3pPr lvl="2" rtl="0" algn="r">
              <a:lnSpc>
                <a:spcPct val="100000"/>
              </a:lnSpc>
              <a:spcBef>
                <a:spcPts val="0"/>
              </a:spcBef>
              <a:spcAft>
                <a:spcPts val="0"/>
              </a:spcAft>
              <a:buNone/>
              <a:defRPr sz="1400">
                <a:solidFill>
                  <a:schemeClr val="lt1"/>
                </a:solidFill>
              </a:defRPr>
            </a:lvl3pPr>
            <a:lvl4pPr lvl="3" rtl="0" algn="r">
              <a:lnSpc>
                <a:spcPct val="100000"/>
              </a:lnSpc>
              <a:spcBef>
                <a:spcPts val="0"/>
              </a:spcBef>
              <a:spcAft>
                <a:spcPts val="0"/>
              </a:spcAft>
              <a:buNone/>
              <a:defRPr sz="1400">
                <a:solidFill>
                  <a:schemeClr val="lt1"/>
                </a:solidFill>
              </a:defRPr>
            </a:lvl4pPr>
            <a:lvl5pPr lvl="4" rtl="0" algn="r">
              <a:lnSpc>
                <a:spcPct val="100000"/>
              </a:lnSpc>
              <a:spcBef>
                <a:spcPts val="0"/>
              </a:spcBef>
              <a:spcAft>
                <a:spcPts val="0"/>
              </a:spcAft>
              <a:buNone/>
              <a:defRPr sz="1400">
                <a:solidFill>
                  <a:schemeClr val="lt1"/>
                </a:solidFill>
              </a:defRPr>
            </a:lvl5pPr>
            <a:lvl6pPr lvl="5" rtl="0" algn="r">
              <a:lnSpc>
                <a:spcPct val="100000"/>
              </a:lnSpc>
              <a:spcBef>
                <a:spcPts val="0"/>
              </a:spcBef>
              <a:spcAft>
                <a:spcPts val="0"/>
              </a:spcAft>
              <a:buNone/>
              <a:defRPr sz="1400">
                <a:solidFill>
                  <a:schemeClr val="lt1"/>
                </a:solidFill>
              </a:defRPr>
            </a:lvl6pPr>
            <a:lvl7pPr lvl="6" rtl="0" algn="r">
              <a:lnSpc>
                <a:spcPct val="100000"/>
              </a:lnSpc>
              <a:spcBef>
                <a:spcPts val="0"/>
              </a:spcBef>
              <a:spcAft>
                <a:spcPts val="0"/>
              </a:spcAft>
              <a:buNone/>
              <a:defRPr sz="1400">
                <a:solidFill>
                  <a:schemeClr val="lt1"/>
                </a:solidFill>
              </a:defRPr>
            </a:lvl7pPr>
            <a:lvl8pPr lvl="7" rtl="0" algn="r">
              <a:lnSpc>
                <a:spcPct val="100000"/>
              </a:lnSpc>
              <a:spcBef>
                <a:spcPts val="0"/>
              </a:spcBef>
              <a:spcAft>
                <a:spcPts val="0"/>
              </a:spcAft>
              <a:buNone/>
              <a:defRPr sz="1400">
                <a:solidFill>
                  <a:schemeClr val="lt1"/>
                </a:solidFill>
              </a:defRPr>
            </a:lvl8pPr>
            <a:lvl9pPr lvl="8" rtl="0" algn="r">
              <a:lnSpc>
                <a:spcPct val="100000"/>
              </a:lnSpc>
              <a:spcBef>
                <a:spcPts val="0"/>
              </a:spcBef>
              <a:spcAft>
                <a:spcPts val="0"/>
              </a:spcAft>
              <a:buNone/>
              <a:defRPr sz="1400">
                <a:solidFill>
                  <a:schemeClr val="lt1"/>
                </a:solidFill>
              </a:defRPr>
            </a:lvl9pPr>
          </a:lstStyle>
          <a:p/>
        </p:txBody>
      </p:sp>
      <p:sp>
        <p:nvSpPr>
          <p:cNvPr id="311" name="Google Shape;311;p48"/>
          <p:cNvSpPr txBox="1"/>
          <p:nvPr>
            <p:ph idx="3" type="subTitle"/>
          </p:nvPr>
        </p:nvSpPr>
        <p:spPr>
          <a:xfrm>
            <a:off x="6220767" y="3388835"/>
            <a:ext cx="1627500" cy="21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0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0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0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0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0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0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0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0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000">
                <a:solidFill>
                  <a:schemeClr val="lt1"/>
                </a:solidFill>
                <a:latin typeface="Bebas Neue"/>
                <a:ea typeface="Bebas Neue"/>
                <a:cs typeface="Bebas Neue"/>
                <a:sym typeface="Bebas Neue"/>
              </a:defRPr>
            </a:lvl9pPr>
          </a:lstStyle>
          <a:p/>
        </p:txBody>
      </p:sp>
      <p:sp>
        <p:nvSpPr>
          <p:cNvPr id="312" name="Google Shape;312;p48"/>
          <p:cNvSpPr txBox="1"/>
          <p:nvPr>
            <p:ph idx="4" type="subTitle"/>
          </p:nvPr>
        </p:nvSpPr>
        <p:spPr>
          <a:xfrm>
            <a:off x="6220767" y="2266940"/>
            <a:ext cx="2194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313" name="Google Shape;313;p48"/>
          <p:cNvSpPr txBox="1"/>
          <p:nvPr>
            <p:ph idx="5" type="subTitle"/>
          </p:nvPr>
        </p:nvSpPr>
        <p:spPr>
          <a:xfrm>
            <a:off x="6220767" y="1904976"/>
            <a:ext cx="1629000" cy="222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0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0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0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0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0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0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0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0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000">
                <a:solidFill>
                  <a:schemeClr val="lt1"/>
                </a:solidFill>
                <a:latin typeface="Bebas Neue"/>
                <a:ea typeface="Bebas Neue"/>
                <a:cs typeface="Bebas Neue"/>
                <a:sym typeface="Bebas Neue"/>
              </a:defRPr>
            </a:lvl9pPr>
          </a:lstStyle>
          <a:p/>
        </p:txBody>
      </p:sp>
      <p:sp>
        <p:nvSpPr>
          <p:cNvPr id="314" name="Google Shape;314;p48"/>
          <p:cNvSpPr txBox="1"/>
          <p:nvPr>
            <p:ph idx="6" type="subTitle"/>
          </p:nvPr>
        </p:nvSpPr>
        <p:spPr>
          <a:xfrm>
            <a:off x="6220767" y="3747971"/>
            <a:ext cx="2194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315" name="Google Shape;315;p48"/>
          <p:cNvSpPr txBox="1"/>
          <p:nvPr>
            <p:ph type="title"/>
          </p:nvPr>
        </p:nvSpPr>
        <p:spPr>
          <a:xfrm>
            <a:off x="1928825" y="377276"/>
            <a:ext cx="5286300" cy="704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6" name="Google Shape;316;p48"/>
          <p:cNvSpPr txBox="1"/>
          <p:nvPr>
            <p:ph idx="7" type="subTitle"/>
          </p:nvPr>
        </p:nvSpPr>
        <p:spPr>
          <a:xfrm>
            <a:off x="715348" y="3751475"/>
            <a:ext cx="2188500" cy="4572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gn="r">
              <a:lnSpc>
                <a:spcPct val="100000"/>
              </a:lnSpc>
              <a:spcBef>
                <a:spcPts val="0"/>
              </a:spcBef>
              <a:spcAft>
                <a:spcPts val="0"/>
              </a:spcAft>
              <a:buNone/>
              <a:defRPr sz="1400">
                <a:solidFill>
                  <a:schemeClr val="lt1"/>
                </a:solidFill>
              </a:defRPr>
            </a:lvl2pPr>
            <a:lvl3pPr lvl="2" rtl="0" algn="r">
              <a:lnSpc>
                <a:spcPct val="100000"/>
              </a:lnSpc>
              <a:spcBef>
                <a:spcPts val="0"/>
              </a:spcBef>
              <a:spcAft>
                <a:spcPts val="0"/>
              </a:spcAft>
              <a:buNone/>
              <a:defRPr sz="1400">
                <a:solidFill>
                  <a:schemeClr val="lt1"/>
                </a:solidFill>
              </a:defRPr>
            </a:lvl3pPr>
            <a:lvl4pPr lvl="3" rtl="0" algn="r">
              <a:lnSpc>
                <a:spcPct val="100000"/>
              </a:lnSpc>
              <a:spcBef>
                <a:spcPts val="0"/>
              </a:spcBef>
              <a:spcAft>
                <a:spcPts val="0"/>
              </a:spcAft>
              <a:buNone/>
              <a:defRPr sz="1400">
                <a:solidFill>
                  <a:schemeClr val="lt1"/>
                </a:solidFill>
              </a:defRPr>
            </a:lvl4pPr>
            <a:lvl5pPr lvl="4" rtl="0" algn="r">
              <a:lnSpc>
                <a:spcPct val="100000"/>
              </a:lnSpc>
              <a:spcBef>
                <a:spcPts val="0"/>
              </a:spcBef>
              <a:spcAft>
                <a:spcPts val="0"/>
              </a:spcAft>
              <a:buNone/>
              <a:defRPr sz="1400">
                <a:solidFill>
                  <a:schemeClr val="lt1"/>
                </a:solidFill>
              </a:defRPr>
            </a:lvl5pPr>
            <a:lvl6pPr lvl="5" rtl="0" algn="r">
              <a:lnSpc>
                <a:spcPct val="100000"/>
              </a:lnSpc>
              <a:spcBef>
                <a:spcPts val="0"/>
              </a:spcBef>
              <a:spcAft>
                <a:spcPts val="0"/>
              </a:spcAft>
              <a:buNone/>
              <a:defRPr sz="1400">
                <a:solidFill>
                  <a:schemeClr val="lt1"/>
                </a:solidFill>
              </a:defRPr>
            </a:lvl6pPr>
            <a:lvl7pPr lvl="6" rtl="0" algn="r">
              <a:lnSpc>
                <a:spcPct val="100000"/>
              </a:lnSpc>
              <a:spcBef>
                <a:spcPts val="0"/>
              </a:spcBef>
              <a:spcAft>
                <a:spcPts val="0"/>
              </a:spcAft>
              <a:buNone/>
              <a:defRPr sz="1400">
                <a:solidFill>
                  <a:schemeClr val="lt1"/>
                </a:solidFill>
              </a:defRPr>
            </a:lvl7pPr>
            <a:lvl8pPr lvl="7" rtl="0" algn="r">
              <a:lnSpc>
                <a:spcPct val="100000"/>
              </a:lnSpc>
              <a:spcBef>
                <a:spcPts val="0"/>
              </a:spcBef>
              <a:spcAft>
                <a:spcPts val="0"/>
              </a:spcAft>
              <a:buNone/>
              <a:defRPr sz="1400">
                <a:solidFill>
                  <a:schemeClr val="lt1"/>
                </a:solidFill>
              </a:defRPr>
            </a:lvl8pPr>
            <a:lvl9pPr lvl="8" rtl="0" algn="r">
              <a:lnSpc>
                <a:spcPct val="100000"/>
              </a:lnSpc>
              <a:spcBef>
                <a:spcPts val="0"/>
              </a:spcBef>
              <a:spcAft>
                <a:spcPts val="0"/>
              </a:spcAft>
              <a:buNone/>
              <a:defRPr sz="1400">
                <a:solidFill>
                  <a:schemeClr val="lt1"/>
                </a:solidFill>
              </a:defRPr>
            </a:lvl9pPr>
          </a:lstStyle>
          <a:p/>
        </p:txBody>
      </p:sp>
      <p:sp>
        <p:nvSpPr>
          <p:cNvPr id="317" name="Google Shape;317;p48"/>
          <p:cNvSpPr txBox="1"/>
          <p:nvPr>
            <p:ph idx="8" type="subTitle"/>
          </p:nvPr>
        </p:nvSpPr>
        <p:spPr>
          <a:xfrm>
            <a:off x="1438823" y="3389675"/>
            <a:ext cx="1465500" cy="2223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2000">
                <a:solidFill>
                  <a:schemeClr val="lt1"/>
                </a:solidFill>
                <a:latin typeface="Bebas Neue"/>
                <a:ea typeface="Bebas Neue"/>
                <a:cs typeface="Bebas Neue"/>
                <a:sym typeface="Bebas Neue"/>
              </a:defRPr>
            </a:lvl1pPr>
            <a:lvl2pPr lvl="1" rtl="0" algn="r">
              <a:lnSpc>
                <a:spcPct val="100000"/>
              </a:lnSpc>
              <a:spcBef>
                <a:spcPts val="0"/>
              </a:spcBef>
              <a:spcAft>
                <a:spcPts val="0"/>
              </a:spcAft>
              <a:buNone/>
              <a:defRPr sz="2000">
                <a:solidFill>
                  <a:schemeClr val="lt1"/>
                </a:solidFill>
                <a:latin typeface="Bebas Neue"/>
                <a:ea typeface="Bebas Neue"/>
                <a:cs typeface="Bebas Neue"/>
                <a:sym typeface="Bebas Neue"/>
              </a:defRPr>
            </a:lvl2pPr>
            <a:lvl3pPr lvl="2" rtl="0" algn="r">
              <a:lnSpc>
                <a:spcPct val="100000"/>
              </a:lnSpc>
              <a:spcBef>
                <a:spcPts val="0"/>
              </a:spcBef>
              <a:spcAft>
                <a:spcPts val="0"/>
              </a:spcAft>
              <a:buNone/>
              <a:defRPr sz="2000">
                <a:solidFill>
                  <a:schemeClr val="lt1"/>
                </a:solidFill>
                <a:latin typeface="Bebas Neue"/>
                <a:ea typeface="Bebas Neue"/>
                <a:cs typeface="Bebas Neue"/>
                <a:sym typeface="Bebas Neue"/>
              </a:defRPr>
            </a:lvl3pPr>
            <a:lvl4pPr lvl="3" rtl="0" algn="r">
              <a:lnSpc>
                <a:spcPct val="100000"/>
              </a:lnSpc>
              <a:spcBef>
                <a:spcPts val="0"/>
              </a:spcBef>
              <a:spcAft>
                <a:spcPts val="0"/>
              </a:spcAft>
              <a:buNone/>
              <a:defRPr sz="2000">
                <a:solidFill>
                  <a:schemeClr val="lt1"/>
                </a:solidFill>
                <a:latin typeface="Bebas Neue"/>
                <a:ea typeface="Bebas Neue"/>
                <a:cs typeface="Bebas Neue"/>
                <a:sym typeface="Bebas Neue"/>
              </a:defRPr>
            </a:lvl4pPr>
            <a:lvl5pPr lvl="4" rtl="0" algn="r">
              <a:lnSpc>
                <a:spcPct val="100000"/>
              </a:lnSpc>
              <a:spcBef>
                <a:spcPts val="0"/>
              </a:spcBef>
              <a:spcAft>
                <a:spcPts val="0"/>
              </a:spcAft>
              <a:buNone/>
              <a:defRPr sz="2000">
                <a:solidFill>
                  <a:schemeClr val="lt1"/>
                </a:solidFill>
                <a:latin typeface="Bebas Neue"/>
                <a:ea typeface="Bebas Neue"/>
                <a:cs typeface="Bebas Neue"/>
                <a:sym typeface="Bebas Neue"/>
              </a:defRPr>
            </a:lvl5pPr>
            <a:lvl6pPr lvl="5" rtl="0" algn="r">
              <a:lnSpc>
                <a:spcPct val="100000"/>
              </a:lnSpc>
              <a:spcBef>
                <a:spcPts val="0"/>
              </a:spcBef>
              <a:spcAft>
                <a:spcPts val="0"/>
              </a:spcAft>
              <a:buNone/>
              <a:defRPr sz="2000">
                <a:solidFill>
                  <a:schemeClr val="lt1"/>
                </a:solidFill>
                <a:latin typeface="Bebas Neue"/>
                <a:ea typeface="Bebas Neue"/>
                <a:cs typeface="Bebas Neue"/>
                <a:sym typeface="Bebas Neue"/>
              </a:defRPr>
            </a:lvl6pPr>
            <a:lvl7pPr lvl="6" rtl="0" algn="r">
              <a:lnSpc>
                <a:spcPct val="100000"/>
              </a:lnSpc>
              <a:spcBef>
                <a:spcPts val="0"/>
              </a:spcBef>
              <a:spcAft>
                <a:spcPts val="0"/>
              </a:spcAft>
              <a:buNone/>
              <a:defRPr sz="2000">
                <a:solidFill>
                  <a:schemeClr val="lt1"/>
                </a:solidFill>
                <a:latin typeface="Bebas Neue"/>
                <a:ea typeface="Bebas Neue"/>
                <a:cs typeface="Bebas Neue"/>
                <a:sym typeface="Bebas Neue"/>
              </a:defRPr>
            </a:lvl7pPr>
            <a:lvl8pPr lvl="7" rtl="0" algn="r">
              <a:lnSpc>
                <a:spcPct val="100000"/>
              </a:lnSpc>
              <a:spcBef>
                <a:spcPts val="0"/>
              </a:spcBef>
              <a:spcAft>
                <a:spcPts val="0"/>
              </a:spcAft>
              <a:buNone/>
              <a:defRPr sz="2000">
                <a:solidFill>
                  <a:schemeClr val="lt1"/>
                </a:solidFill>
                <a:latin typeface="Bebas Neue"/>
                <a:ea typeface="Bebas Neue"/>
                <a:cs typeface="Bebas Neue"/>
                <a:sym typeface="Bebas Neue"/>
              </a:defRPr>
            </a:lvl8pPr>
            <a:lvl9pPr lvl="8" rtl="0" algn="r">
              <a:lnSpc>
                <a:spcPct val="100000"/>
              </a:lnSpc>
              <a:spcBef>
                <a:spcPts val="0"/>
              </a:spcBef>
              <a:spcAft>
                <a:spcPts val="0"/>
              </a:spcAft>
              <a:buNone/>
              <a:defRPr sz="2000">
                <a:solidFill>
                  <a:schemeClr val="lt1"/>
                </a:solidFill>
                <a:latin typeface="Bebas Neue"/>
                <a:ea typeface="Bebas Neue"/>
                <a:cs typeface="Bebas Neue"/>
                <a:sym typeface="Bebas Neu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1_1_1">
    <p:spTree>
      <p:nvGrpSpPr>
        <p:cNvPr id="318" name="Shape 318"/>
        <p:cNvGrpSpPr/>
        <p:nvPr/>
      </p:nvGrpSpPr>
      <p:grpSpPr>
        <a:xfrm>
          <a:off x="0" y="0"/>
          <a:ext cx="0" cy="0"/>
          <a:chOff x="0" y="0"/>
          <a:chExt cx="0" cy="0"/>
        </a:xfrm>
      </p:grpSpPr>
      <p:sp>
        <p:nvSpPr>
          <p:cNvPr id="319" name="Google Shape;319;p49"/>
          <p:cNvSpPr/>
          <p:nvPr/>
        </p:nvSpPr>
        <p:spPr>
          <a:xfrm>
            <a:off x="0" y="2571750"/>
            <a:ext cx="9144000" cy="257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20" name="Google Shape;320;p49"/>
          <p:cNvSpPr txBox="1"/>
          <p:nvPr>
            <p:ph idx="1" type="subTitle"/>
          </p:nvPr>
        </p:nvSpPr>
        <p:spPr>
          <a:xfrm>
            <a:off x="3878479" y="3404434"/>
            <a:ext cx="1380600" cy="3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321" name="Google Shape;321;p49"/>
          <p:cNvSpPr txBox="1"/>
          <p:nvPr>
            <p:ph idx="2" type="subTitle"/>
          </p:nvPr>
        </p:nvSpPr>
        <p:spPr>
          <a:xfrm>
            <a:off x="3718125" y="3707075"/>
            <a:ext cx="17013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solidFill>
                  <a:schemeClr val="lt1"/>
                </a:solidFill>
              </a:defRPr>
            </a:lvl2pPr>
            <a:lvl3pPr lvl="2" rtl="0" algn="ctr">
              <a:lnSpc>
                <a:spcPct val="100000"/>
              </a:lnSpc>
              <a:spcBef>
                <a:spcPts val="0"/>
              </a:spcBef>
              <a:spcAft>
                <a:spcPts val="0"/>
              </a:spcAft>
              <a:buNone/>
              <a:defRPr sz="1400">
                <a:solidFill>
                  <a:schemeClr val="lt1"/>
                </a:solidFill>
              </a:defRPr>
            </a:lvl3pPr>
            <a:lvl4pPr lvl="3" rtl="0" algn="ctr">
              <a:lnSpc>
                <a:spcPct val="100000"/>
              </a:lnSpc>
              <a:spcBef>
                <a:spcPts val="0"/>
              </a:spcBef>
              <a:spcAft>
                <a:spcPts val="0"/>
              </a:spcAft>
              <a:buNone/>
              <a:defRPr sz="1400">
                <a:solidFill>
                  <a:schemeClr val="lt1"/>
                </a:solidFill>
              </a:defRPr>
            </a:lvl4pPr>
            <a:lvl5pPr lvl="4" rtl="0" algn="ctr">
              <a:lnSpc>
                <a:spcPct val="100000"/>
              </a:lnSpc>
              <a:spcBef>
                <a:spcPts val="0"/>
              </a:spcBef>
              <a:spcAft>
                <a:spcPts val="0"/>
              </a:spcAft>
              <a:buNone/>
              <a:defRPr sz="1400">
                <a:solidFill>
                  <a:schemeClr val="lt1"/>
                </a:solidFill>
              </a:defRPr>
            </a:lvl5pPr>
            <a:lvl6pPr lvl="5" rtl="0" algn="ctr">
              <a:lnSpc>
                <a:spcPct val="100000"/>
              </a:lnSpc>
              <a:spcBef>
                <a:spcPts val="0"/>
              </a:spcBef>
              <a:spcAft>
                <a:spcPts val="0"/>
              </a:spcAft>
              <a:buNone/>
              <a:defRPr sz="1400">
                <a:solidFill>
                  <a:schemeClr val="lt1"/>
                </a:solidFill>
              </a:defRPr>
            </a:lvl6pPr>
            <a:lvl7pPr lvl="6" rtl="0" algn="ctr">
              <a:lnSpc>
                <a:spcPct val="100000"/>
              </a:lnSpc>
              <a:spcBef>
                <a:spcPts val="0"/>
              </a:spcBef>
              <a:spcAft>
                <a:spcPts val="0"/>
              </a:spcAft>
              <a:buNone/>
              <a:defRPr sz="1400">
                <a:solidFill>
                  <a:schemeClr val="lt1"/>
                </a:solidFill>
              </a:defRPr>
            </a:lvl7pPr>
            <a:lvl8pPr lvl="7" rtl="0" algn="ctr">
              <a:lnSpc>
                <a:spcPct val="100000"/>
              </a:lnSpc>
              <a:spcBef>
                <a:spcPts val="0"/>
              </a:spcBef>
              <a:spcAft>
                <a:spcPts val="0"/>
              </a:spcAft>
              <a:buNone/>
              <a:defRPr sz="1400">
                <a:solidFill>
                  <a:schemeClr val="lt1"/>
                </a:solidFill>
              </a:defRPr>
            </a:lvl8pPr>
            <a:lvl9pPr lvl="8" rtl="0" algn="ctr">
              <a:lnSpc>
                <a:spcPct val="100000"/>
              </a:lnSpc>
              <a:spcBef>
                <a:spcPts val="0"/>
              </a:spcBef>
              <a:spcAft>
                <a:spcPts val="0"/>
              </a:spcAft>
              <a:buNone/>
              <a:defRPr sz="1400">
                <a:solidFill>
                  <a:schemeClr val="lt1"/>
                </a:solidFill>
              </a:defRPr>
            </a:lvl9pPr>
          </a:lstStyle>
          <a:p/>
        </p:txBody>
      </p:sp>
      <p:sp>
        <p:nvSpPr>
          <p:cNvPr id="322" name="Google Shape;322;p49"/>
          <p:cNvSpPr txBox="1"/>
          <p:nvPr>
            <p:ph idx="3" type="subTitle"/>
          </p:nvPr>
        </p:nvSpPr>
        <p:spPr>
          <a:xfrm>
            <a:off x="1160379" y="3404434"/>
            <a:ext cx="1378800" cy="3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323" name="Google Shape;323;p49"/>
          <p:cNvSpPr txBox="1"/>
          <p:nvPr>
            <p:ph idx="4" type="subTitle"/>
          </p:nvPr>
        </p:nvSpPr>
        <p:spPr>
          <a:xfrm>
            <a:off x="6443575" y="3707075"/>
            <a:ext cx="17013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solidFill>
                  <a:schemeClr val="lt1"/>
                </a:solidFill>
              </a:defRPr>
            </a:lvl2pPr>
            <a:lvl3pPr lvl="2" rtl="0" algn="ctr">
              <a:lnSpc>
                <a:spcPct val="100000"/>
              </a:lnSpc>
              <a:spcBef>
                <a:spcPts val="0"/>
              </a:spcBef>
              <a:spcAft>
                <a:spcPts val="0"/>
              </a:spcAft>
              <a:buNone/>
              <a:defRPr sz="1400">
                <a:solidFill>
                  <a:schemeClr val="lt1"/>
                </a:solidFill>
              </a:defRPr>
            </a:lvl3pPr>
            <a:lvl4pPr lvl="3" rtl="0" algn="ctr">
              <a:lnSpc>
                <a:spcPct val="100000"/>
              </a:lnSpc>
              <a:spcBef>
                <a:spcPts val="0"/>
              </a:spcBef>
              <a:spcAft>
                <a:spcPts val="0"/>
              </a:spcAft>
              <a:buNone/>
              <a:defRPr sz="1400">
                <a:solidFill>
                  <a:schemeClr val="lt1"/>
                </a:solidFill>
              </a:defRPr>
            </a:lvl4pPr>
            <a:lvl5pPr lvl="4" rtl="0" algn="ctr">
              <a:lnSpc>
                <a:spcPct val="100000"/>
              </a:lnSpc>
              <a:spcBef>
                <a:spcPts val="0"/>
              </a:spcBef>
              <a:spcAft>
                <a:spcPts val="0"/>
              </a:spcAft>
              <a:buNone/>
              <a:defRPr sz="1400">
                <a:solidFill>
                  <a:schemeClr val="lt1"/>
                </a:solidFill>
              </a:defRPr>
            </a:lvl5pPr>
            <a:lvl6pPr lvl="5" rtl="0" algn="ctr">
              <a:lnSpc>
                <a:spcPct val="100000"/>
              </a:lnSpc>
              <a:spcBef>
                <a:spcPts val="0"/>
              </a:spcBef>
              <a:spcAft>
                <a:spcPts val="0"/>
              </a:spcAft>
              <a:buNone/>
              <a:defRPr sz="1400">
                <a:solidFill>
                  <a:schemeClr val="lt1"/>
                </a:solidFill>
              </a:defRPr>
            </a:lvl6pPr>
            <a:lvl7pPr lvl="6" rtl="0" algn="ctr">
              <a:lnSpc>
                <a:spcPct val="100000"/>
              </a:lnSpc>
              <a:spcBef>
                <a:spcPts val="0"/>
              </a:spcBef>
              <a:spcAft>
                <a:spcPts val="0"/>
              </a:spcAft>
              <a:buNone/>
              <a:defRPr sz="1400">
                <a:solidFill>
                  <a:schemeClr val="lt1"/>
                </a:solidFill>
              </a:defRPr>
            </a:lvl7pPr>
            <a:lvl8pPr lvl="7" rtl="0" algn="ctr">
              <a:lnSpc>
                <a:spcPct val="100000"/>
              </a:lnSpc>
              <a:spcBef>
                <a:spcPts val="0"/>
              </a:spcBef>
              <a:spcAft>
                <a:spcPts val="0"/>
              </a:spcAft>
              <a:buNone/>
              <a:defRPr sz="1400">
                <a:solidFill>
                  <a:schemeClr val="lt1"/>
                </a:solidFill>
              </a:defRPr>
            </a:lvl8pPr>
            <a:lvl9pPr lvl="8" rtl="0" algn="ctr">
              <a:lnSpc>
                <a:spcPct val="100000"/>
              </a:lnSpc>
              <a:spcBef>
                <a:spcPts val="0"/>
              </a:spcBef>
              <a:spcAft>
                <a:spcPts val="0"/>
              </a:spcAft>
              <a:buNone/>
              <a:defRPr sz="1400">
                <a:solidFill>
                  <a:schemeClr val="lt1"/>
                </a:solidFill>
              </a:defRPr>
            </a:lvl9pPr>
          </a:lstStyle>
          <a:p/>
        </p:txBody>
      </p:sp>
      <p:sp>
        <p:nvSpPr>
          <p:cNvPr id="324" name="Google Shape;324;p49"/>
          <p:cNvSpPr txBox="1"/>
          <p:nvPr>
            <p:ph idx="5" type="subTitle"/>
          </p:nvPr>
        </p:nvSpPr>
        <p:spPr>
          <a:xfrm>
            <a:off x="6607154" y="3403984"/>
            <a:ext cx="1380600" cy="310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325" name="Google Shape;325;p49"/>
          <p:cNvSpPr txBox="1"/>
          <p:nvPr>
            <p:ph idx="6" type="subTitle"/>
          </p:nvPr>
        </p:nvSpPr>
        <p:spPr>
          <a:xfrm>
            <a:off x="999200" y="3707075"/>
            <a:ext cx="17013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solidFill>
                  <a:schemeClr val="lt1"/>
                </a:solidFill>
              </a:defRPr>
            </a:lvl2pPr>
            <a:lvl3pPr lvl="2" rtl="0" algn="ctr">
              <a:lnSpc>
                <a:spcPct val="100000"/>
              </a:lnSpc>
              <a:spcBef>
                <a:spcPts val="0"/>
              </a:spcBef>
              <a:spcAft>
                <a:spcPts val="0"/>
              </a:spcAft>
              <a:buNone/>
              <a:defRPr sz="1400">
                <a:solidFill>
                  <a:schemeClr val="lt1"/>
                </a:solidFill>
              </a:defRPr>
            </a:lvl3pPr>
            <a:lvl4pPr lvl="3" rtl="0" algn="ctr">
              <a:lnSpc>
                <a:spcPct val="100000"/>
              </a:lnSpc>
              <a:spcBef>
                <a:spcPts val="0"/>
              </a:spcBef>
              <a:spcAft>
                <a:spcPts val="0"/>
              </a:spcAft>
              <a:buNone/>
              <a:defRPr sz="1400">
                <a:solidFill>
                  <a:schemeClr val="lt1"/>
                </a:solidFill>
              </a:defRPr>
            </a:lvl4pPr>
            <a:lvl5pPr lvl="4" rtl="0" algn="ctr">
              <a:lnSpc>
                <a:spcPct val="100000"/>
              </a:lnSpc>
              <a:spcBef>
                <a:spcPts val="0"/>
              </a:spcBef>
              <a:spcAft>
                <a:spcPts val="0"/>
              </a:spcAft>
              <a:buNone/>
              <a:defRPr sz="1400">
                <a:solidFill>
                  <a:schemeClr val="lt1"/>
                </a:solidFill>
              </a:defRPr>
            </a:lvl5pPr>
            <a:lvl6pPr lvl="5" rtl="0" algn="ctr">
              <a:lnSpc>
                <a:spcPct val="100000"/>
              </a:lnSpc>
              <a:spcBef>
                <a:spcPts val="0"/>
              </a:spcBef>
              <a:spcAft>
                <a:spcPts val="0"/>
              </a:spcAft>
              <a:buNone/>
              <a:defRPr sz="1400">
                <a:solidFill>
                  <a:schemeClr val="lt1"/>
                </a:solidFill>
              </a:defRPr>
            </a:lvl6pPr>
            <a:lvl7pPr lvl="6" rtl="0" algn="ctr">
              <a:lnSpc>
                <a:spcPct val="100000"/>
              </a:lnSpc>
              <a:spcBef>
                <a:spcPts val="0"/>
              </a:spcBef>
              <a:spcAft>
                <a:spcPts val="0"/>
              </a:spcAft>
              <a:buNone/>
              <a:defRPr sz="1400">
                <a:solidFill>
                  <a:schemeClr val="lt1"/>
                </a:solidFill>
              </a:defRPr>
            </a:lvl7pPr>
            <a:lvl8pPr lvl="7" rtl="0" algn="ctr">
              <a:lnSpc>
                <a:spcPct val="100000"/>
              </a:lnSpc>
              <a:spcBef>
                <a:spcPts val="0"/>
              </a:spcBef>
              <a:spcAft>
                <a:spcPts val="0"/>
              </a:spcAft>
              <a:buNone/>
              <a:defRPr sz="1400">
                <a:solidFill>
                  <a:schemeClr val="lt1"/>
                </a:solidFill>
              </a:defRPr>
            </a:lvl8pPr>
            <a:lvl9pPr lvl="8" rtl="0" algn="ctr">
              <a:lnSpc>
                <a:spcPct val="100000"/>
              </a:lnSpc>
              <a:spcBef>
                <a:spcPts val="0"/>
              </a:spcBef>
              <a:spcAft>
                <a:spcPts val="0"/>
              </a:spcAft>
              <a:buNone/>
              <a:defRPr sz="1400">
                <a:solidFill>
                  <a:schemeClr val="lt1"/>
                </a:solidFill>
              </a:defRPr>
            </a:lvl9pPr>
          </a:lstStyle>
          <a:p/>
        </p:txBody>
      </p:sp>
      <p:sp>
        <p:nvSpPr>
          <p:cNvPr id="326" name="Google Shape;326;p49"/>
          <p:cNvSpPr txBox="1"/>
          <p:nvPr>
            <p:ph type="title"/>
          </p:nvPr>
        </p:nvSpPr>
        <p:spPr>
          <a:xfrm>
            <a:off x="1092825" y="316735"/>
            <a:ext cx="6951900" cy="66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7" name="Google Shape;327;p49"/>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8" name="Google Shape;328;p49"/>
          <p:cNvGrpSpPr/>
          <p:nvPr/>
        </p:nvGrpSpPr>
        <p:grpSpPr>
          <a:xfrm>
            <a:off x="101550" y="2571913"/>
            <a:ext cx="8941926" cy="2465867"/>
            <a:chOff x="101550" y="4001975"/>
            <a:chExt cx="8941926" cy="1035600"/>
          </a:xfrm>
        </p:grpSpPr>
        <p:cxnSp>
          <p:nvCxnSpPr>
            <p:cNvPr id="329" name="Google Shape;329;p49"/>
            <p:cNvCxnSpPr/>
            <p:nvPr/>
          </p:nvCxnSpPr>
          <p:spPr>
            <a:xfrm>
              <a:off x="102576" y="5037402"/>
              <a:ext cx="8940900" cy="0"/>
            </a:xfrm>
            <a:prstGeom prst="straightConnector1">
              <a:avLst/>
            </a:prstGeom>
            <a:noFill/>
            <a:ln cap="flat" cmpd="sng" w="19050">
              <a:solidFill>
                <a:schemeClr val="lt1"/>
              </a:solidFill>
              <a:prstDash val="solid"/>
              <a:round/>
              <a:headEnd len="med" w="med" type="none"/>
              <a:tailEnd len="med" w="med" type="none"/>
            </a:ln>
          </p:spPr>
        </p:cxnSp>
        <p:cxnSp>
          <p:nvCxnSpPr>
            <p:cNvPr id="330" name="Google Shape;330;p49"/>
            <p:cNvCxnSpPr/>
            <p:nvPr/>
          </p:nvCxnSpPr>
          <p:spPr>
            <a:xfrm>
              <a:off x="9042449" y="4001975"/>
              <a:ext cx="0" cy="1035600"/>
            </a:xfrm>
            <a:prstGeom prst="straightConnector1">
              <a:avLst/>
            </a:prstGeom>
            <a:noFill/>
            <a:ln cap="flat" cmpd="sng" w="19050">
              <a:solidFill>
                <a:schemeClr val="lt1"/>
              </a:solidFill>
              <a:prstDash val="solid"/>
              <a:round/>
              <a:headEnd len="med" w="med" type="none"/>
              <a:tailEnd len="med" w="med" type="none"/>
            </a:ln>
          </p:spPr>
        </p:cxnSp>
        <p:cxnSp>
          <p:nvCxnSpPr>
            <p:cNvPr id="331" name="Google Shape;331;p49"/>
            <p:cNvCxnSpPr/>
            <p:nvPr/>
          </p:nvCxnSpPr>
          <p:spPr>
            <a:xfrm>
              <a:off x="101550" y="4001975"/>
              <a:ext cx="0" cy="1035600"/>
            </a:xfrm>
            <a:prstGeom prst="straightConnector1">
              <a:avLst/>
            </a:prstGeom>
            <a:noFill/>
            <a:ln cap="flat" cmpd="sng" w="19050">
              <a:solidFill>
                <a:schemeClr val="lt1"/>
              </a:solidFill>
              <a:prstDash val="solid"/>
              <a:round/>
              <a:headEnd len="med" w="med" type="none"/>
              <a:tailEnd len="med" w="med" type="none"/>
            </a:ln>
          </p:spPr>
        </p:cxn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1_1_1_1">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4371899" y="2231747"/>
            <a:ext cx="1380600" cy="309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34" name="Google Shape;334;p50"/>
          <p:cNvSpPr txBox="1"/>
          <p:nvPr>
            <p:ph idx="2" type="subTitle"/>
          </p:nvPr>
        </p:nvSpPr>
        <p:spPr>
          <a:xfrm>
            <a:off x="4240062" y="2534400"/>
            <a:ext cx="1494000" cy="91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r">
              <a:lnSpc>
                <a:spcPct val="100000"/>
              </a:lnSpc>
              <a:spcBef>
                <a:spcPts val="0"/>
              </a:spcBef>
              <a:spcAft>
                <a:spcPts val="0"/>
              </a:spcAft>
              <a:buNone/>
              <a:defRPr sz="1400">
                <a:solidFill>
                  <a:schemeClr val="dk1"/>
                </a:solidFill>
              </a:defRPr>
            </a:lvl2pPr>
            <a:lvl3pPr lvl="2" rtl="0" algn="r">
              <a:lnSpc>
                <a:spcPct val="100000"/>
              </a:lnSpc>
              <a:spcBef>
                <a:spcPts val="0"/>
              </a:spcBef>
              <a:spcAft>
                <a:spcPts val="0"/>
              </a:spcAft>
              <a:buNone/>
              <a:defRPr sz="1400">
                <a:solidFill>
                  <a:schemeClr val="dk1"/>
                </a:solidFill>
              </a:defRPr>
            </a:lvl3pPr>
            <a:lvl4pPr lvl="3" rtl="0" algn="r">
              <a:lnSpc>
                <a:spcPct val="100000"/>
              </a:lnSpc>
              <a:spcBef>
                <a:spcPts val="0"/>
              </a:spcBef>
              <a:spcAft>
                <a:spcPts val="0"/>
              </a:spcAft>
              <a:buNone/>
              <a:defRPr sz="1400">
                <a:solidFill>
                  <a:schemeClr val="dk1"/>
                </a:solidFill>
              </a:defRPr>
            </a:lvl4pPr>
            <a:lvl5pPr lvl="4" rtl="0" algn="r">
              <a:lnSpc>
                <a:spcPct val="100000"/>
              </a:lnSpc>
              <a:spcBef>
                <a:spcPts val="0"/>
              </a:spcBef>
              <a:spcAft>
                <a:spcPts val="0"/>
              </a:spcAft>
              <a:buNone/>
              <a:defRPr sz="1400">
                <a:solidFill>
                  <a:schemeClr val="dk1"/>
                </a:solidFill>
              </a:defRPr>
            </a:lvl5pPr>
            <a:lvl6pPr lvl="5" rtl="0" algn="r">
              <a:lnSpc>
                <a:spcPct val="100000"/>
              </a:lnSpc>
              <a:spcBef>
                <a:spcPts val="0"/>
              </a:spcBef>
              <a:spcAft>
                <a:spcPts val="0"/>
              </a:spcAft>
              <a:buNone/>
              <a:defRPr sz="1400">
                <a:solidFill>
                  <a:schemeClr val="dk1"/>
                </a:solidFill>
              </a:defRPr>
            </a:lvl6pPr>
            <a:lvl7pPr lvl="6" rtl="0" algn="r">
              <a:lnSpc>
                <a:spcPct val="100000"/>
              </a:lnSpc>
              <a:spcBef>
                <a:spcPts val="0"/>
              </a:spcBef>
              <a:spcAft>
                <a:spcPts val="0"/>
              </a:spcAft>
              <a:buNone/>
              <a:defRPr sz="1400">
                <a:solidFill>
                  <a:schemeClr val="dk1"/>
                </a:solidFill>
              </a:defRPr>
            </a:lvl7pPr>
            <a:lvl8pPr lvl="7" rtl="0" algn="r">
              <a:lnSpc>
                <a:spcPct val="100000"/>
              </a:lnSpc>
              <a:spcBef>
                <a:spcPts val="0"/>
              </a:spcBef>
              <a:spcAft>
                <a:spcPts val="0"/>
              </a:spcAft>
              <a:buNone/>
              <a:defRPr sz="1400">
                <a:solidFill>
                  <a:schemeClr val="dk1"/>
                </a:solidFill>
              </a:defRPr>
            </a:lvl8pPr>
            <a:lvl9pPr lvl="8" rtl="0" algn="r">
              <a:lnSpc>
                <a:spcPct val="100000"/>
              </a:lnSpc>
              <a:spcBef>
                <a:spcPts val="0"/>
              </a:spcBef>
              <a:spcAft>
                <a:spcPts val="0"/>
              </a:spcAft>
              <a:buNone/>
              <a:defRPr sz="1400">
                <a:solidFill>
                  <a:schemeClr val="dk1"/>
                </a:solidFill>
              </a:defRPr>
            </a:lvl9pPr>
          </a:lstStyle>
          <a:p/>
        </p:txBody>
      </p:sp>
      <p:sp>
        <p:nvSpPr>
          <p:cNvPr id="335" name="Google Shape;335;p50"/>
          <p:cNvSpPr txBox="1"/>
          <p:nvPr>
            <p:ph idx="3" type="subTitle"/>
          </p:nvPr>
        </p:nvSpPr>
        <p:spPr>
          <a:xfrm>
            <a:off x="6878236" y="983309"/>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36" name="Google Shape;336;p50"/>
          <p:cNvSpPr txBox="1"/>
          <p:nvPr>
            <p:ph idx="4" type="subTitle"/>
          </p:nvPr>
        </p:nvSpPr>
        <p:spPr>
          <a:xfrm>
            <a:off x="6878238" y="3783300"/>
            <a:ext cx="14940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37" name="Google Shape;337;p50"/>
          <p:cNvSpPr txBox="1"/>
          <p:nvPr>
            <p:ph idx="5" type="subTitle"/>
          </p:nvPr>
        </p:nvSpPr>
        <p:spPr>
          <a:xfrm>
            <a:off x="6878236" y="3480209"/>
            <a:ext cx="1380600" cy="310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38" name="Google Shape;338;p50"/>
          <p:cNvSpPr txBox="1"/>
          <p:nvPr>
            <p:ph idx="6" type="subTitle"/>
          </p:nvPr>
        </p:nvSpPr>
        <p:spPr>
          <a:xfrm>
            <a:off x="6878237" y="1285950"/>
            <a:ext cx="14940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39" name="Google Shape;339;p50"/>
          <p:cNvSpPr txBox="1"/>
          <p:nvPr>
            <p:ph type="title"/>
          </p:nvPr>
        </p:nvSpPr>
        <p:spPr>
          <a:xfrm>
            <a:off x="713225" y="316725"/>
            <a:ext cx="2457300" cy="1631700"/>
          </a:xfrm>
          <a:prstGeom prst="rect">
            <a:avLst/>
          </a:prstGeom>
        </p:spPr>
        <p:txBody>
          <a:bodyPr anchorCtr="0" anchor="t" bIns="91425" lIns="91425" spcFirstLastPara="1" rIns="91425" wrap="square" tIns="91425">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0" name="Google Shape;340;p50"/>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 5">
  <p:cSld name="CUSTOM_2">
    <p:spTree>
      <p:nvGrpSpPr>
        <p:cNvPr id="341" name="Shape 341"/>
        <p:cNvGrpSpPr/>
        <p:nvPr/>
      </p:nvGrpSpPr>
      <p:grpSpPr>
        <a:xfrm>
          <a:off x="0" y="0"/>
          <a:ext cx="0" cy="0"/>
          <a:chOff x="0" y="0"/>
          <a:chExt cx="0" cy="0"/>
        </a:xfrm>
      </p:grpSpPr>
      <p:sp>
        <p:nvSpPr>
          <p:cNvPr id="342" name="Google Shape;342;p51"/>
          <p:cNvSpPr txBox="1"/>
          <p:nvPr>
            <p:ph idx="1" type="subTitle"/>
          </p:nvPr>
        </p:nvSpPr>
        <p:spPr>
          <a:xfrm>
            <a:off x="1097425" y="1419650"/>
            <a:ext cx="1378800" cy="309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43" name="Google Shape;343;p51"/>
          <p:cNvSpPr txBox="1"/>
          <p:nvPr>
            <p:ph idx="2" type="subTitle"/>
          </p:nvPr>
        </p:nvSpPr>
        <p:spPr>
          <a:xfrm>
            <a:off x="491125" y="1770605"/>
            <a:ext cx="1985100" cy="91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r">
              <a:lnSpc>
                <a:spcPct val="100000"/>
              </a:lnSpc>
              <a:spcBef>
                <a:spcPts val="0"/>
              </a:spcBef>
              <a:spcAft>
                <a:spcPts val="0"/>
              </a:spcAft>
              <a:buNone/>
              <a:defRPr sz="1400">
                <a:solidFill>
                  <a:schemeClr val="dk1"/>
                </a:solidFill>
              </a:defRPr>
            </a:lvl2pPr>
            <a:lvl3pPr lvl="2" rtl="0" algn="r">
              <a:lnSpc>
                <a:spcPct val="100000"/>
              </a:lnSpc>
              <a:spcBef>
                <a:spcPts val="0"/>
              </a:spcBef>
              <a:spcAft>
                <a:spcPts val="0"/>
              </a:spcAft>
              <a:buNone/>
              <a:defRPr sz="1400">
                <a:solidFill>
                  <a:schemeClr val="dk1"/>
                </a:solidFill>
              </a:defRPr>
            </a:lvl3pPr>
            <a:lvl4pPr lvl="3" rtl="0" algn="r">
              <a:lnSpc>
                <a:spcPct val="100000"/>
              </a:lnSpc>
              <a:spcBef>
                <a:spcPts val="0"/>
              </a:spcBef>
              <a:spcAft>
                <a:spcPts val="0"/>
              </a:spcAft>
              <a:buNone/>
              <a:defRPr sz="1400">
                <a:solidFill>
                  <a:schemeClr val="dk1"/>
                </a:solidFill>
              </a:defRPr>
            </a:lvl4pPr>
            <a:lvl5pPr lvl="4" rtl="0" algn="r">
              <a:lnSpc>
                <a:spcPct val="100000"/>
              </a:lnSpc>
              <a:spcBef>
                <a:spcPts val="0"/>
              </a:spcBef>
              <a:spcAft>
                <a:spcPts val="0"/>
              </a:spcAft>
              <a:buNone/>
              <a:defRPr sz="1400">
                <a:solidFill>
                  <a:schemeClr val="dk1"/>
                </a:solidFill>
              </a:defRPr>
            </a:lvl5pPr>
            <a:lvl6pPr lvl="5" rtl="0" algn="r">
              <a:lnSpc>
                <a:spcPct val="100000"/>
              </a:lnSpc>
              <a:spcBef>
                <a:spcPts val="0"/>
              </a:spcBef>
              <a:spcAft>
                <a:spcPts val="0"/>
              </a:spcAft>
              <a:buNone/>
              <a:defRPr sz="1400">
                <a:solidFill>
                  <a:schemeClr val="dk1"/>
                </a:solidFill>
              </a:defRPr>
            </a:lvl6pPr>
            <a:lvl7pPr lvl="6" rtl="0" algn="r">
              <a:lnSpc>
                <a:spcPct val="100000"/>
              </a:lnSpc>
              <a:spcBef>
                <a:spcPts val="0"/>
              </a:spcBef>
              <a:spcAft>
                <a:spcPts val="0"/>
              </a:spcAft>
              <a:buNone/>
              <a:defRPr sz="1400">
                <a:solidFill>
                  <a:schemeClr val="dk1"/>
                </a:solidFill>
              </a:defRPr>
            </a:lvl7pPr>
            <a:lvl8pPr lvl="7" rtl="0" algn="r">
              <a:lnSpc>
                <a:spcPct val="100000"/>
              </a:lnSpc>
              <a:spcBef>
                <a:spcPts val="0"/>
              </a:spcBef>
              <a:spcAft>
                <a:spcPts val="0"/>
              </a:spcAft>
              <a:buNone/>
              <a:defRPr sz="1400">
                <a:solidFill>
                  <a:schemeClr val="dk1"/>
                </a:solidFill>
              </a:defRPr>
            </a:lvl8pPr>
            <a:lvl9pPr lvl="8" rtl="0" algn="r">
              <a:lnSpc>
                <a:spcPct val="100000"/>
              </a:lnSpc>
              <a:spcBef>
                <a:spcPts val="0"/>
              </a:spcBef>
              <a:spcAft>
                <a:spcPts val="0"/>
              </a:spcAft>
              <a:buNone/>
              <a:defRPr sz="1400">
                <a:solidFill>
                  <a:schemeClr val="dk1"/>
                </a:solidFill>
              </a:defRPr>
            </a:lvl9pPr>
          </a:lstStyle>
          <a:p/>
        </p:txBody>
      </p:sp>
      <p:sp>
        <p:nvSpPr>
          <p:cNvPr id="344" name="Google Shape;344;p51"/>
          <p:cNvSpPr txBox="1"/>
          <p:nvPr>
            <p:ph idx="3" type="subTitle"/>
          </p:nvPr>
        </p:nvSpPr>
        <p:spPr>
          <a:xfrm>
            <a:off x="1097425" y="2669875"/>
            <a:ext cx="1378800" cy="309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45" name="Google Shape;345;p51"/>
          <p:cNvSpPr txBox="1"/>
          <p:nvPr>
            <p:ph idx="4" type="subTitle"/>
          </p:nvPr>
        </p:nvSpPr>
        <p:spPr>
          <a:xfrm>
            <a:off x="492025" y="3022471"/>
            <a:ext cx="1984200" cy="91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gn="r">
              <a:lnSpc>
                <a:spcPct val="100000"/>
              </a:lnSpc>
              <a:spcBef>
                <a:spcPts val="0"/>
              </a:spcBef>
              <a:spcAft>
                <a:spcPts val="0"/>
              </a:spcAft>
              <a:buNone/>
              <a:defRPr sz="1400">
                <a:solidFill>
                  <a:schemeClr val="dk1"/>
                </a:solidFill>
              </a:defRPr>
            </a:lvl2pPr>
            <a:lvl3pPr lvl="2" rtl="0" algn="r">
              <a:lnSpc>
                <a:spcPct val="100000"/>
              </a:lnSpc>
              <a:spcBef>
                <a:spcPts val="0"/>
              </a:spcBef>
              <a:spcAft>
                <a:spcPts val="0"/>
              </a:spcAft>
              <a:buNone/>
              <a:defRPr sz="1400">
                <a:solidFill>
                  <a:schemeClr val="dk1"/>
                </a:solidFill>
              </a:defRPr>
            </a:lvl3pPr>
            <a:lvl4pPr lvl="3" rtl="0" algn="r">
              <a:lnSpc>
                <a:spcPct val="100000"/>
              </a:lnSpc>
              <a:spcBef>
                <a:spcPts val="0"/>
              </a:spcBef>
              <a:spcAft>
                <a:spcPts val="0"/>
              </a:spcAft>
              <a:buNone/>
              <a:defRPr sz="1400">
                <a:solidFill>
                  <a:schemeClr val="dk1"/>
                </a:solidFill>
              </a:defRPr>
            </a:lvl4pPr>
            <a:lvl5pPr lvl="4" rtl="0" algn="r">
              <a:lnSpc>
                <a:spcPct val="100000"/>
              </a:lnSpc>
              <a:spcBef>
                <a:spcPts val="0"/>
              </a:spcBef>
              <a:spcAft>
                <a:spcPts val="0"/>
              </a:spcAft>
              <a:buNone/>
              <a:defRPr sz="1400">
                <a:solidFill>
                  <a:schemeClr val="dk1"/>
                </a:solidFill>
              </a:defRPr>
            </a:lvl5pPr>
            <a:lvl6pPr lvl="5" rtl="0" algn="r">
              <a:lnSpc>
                <a:spcPct val="100000"/>
              </a:lnSpc>
              <a:spcBef>
                <a:spcPts val="0"/>
              </a:spcBef>
              <a:spcAft>
                <a:spcPts val="0"/>
              </a:spcAft>
              <a:buNone/>
              <a:defRPr sz="1400">
                <a:solidFill>
                  <a:schemeClr val="dk1"/>
                </a:solidFill>
              </a:defRPr>
            </a:lvl6pPr>
            <a:lvl7pPr lvl="6" rtl="0" algn="r">
              <a:lnSpc>
                <a:spcPct val="100000"/>
              </a:lnSpc>
              <a:spcBef>
                <a:spcPts val="0"/>
              </a:spcBef>
              <a:spcAft>
                <a:spcPts val="0"/>
              </a:spcAft>
              <a:buNone/>
              <a:defRPr sz="1400">
                <a:solidFill>
                  <a:schemeClr val="dk1"/>
                </a:solidFill>
              </a:defRPr>
            </a:lvl7pPr>
            <a:lvl8pPr lvl="7" rtl="0" algn="r">
              <a:lnSpc>
                <a:spcPct val="100000"/>
              </a:lnSpc>
              <a:spcBef>
                <a:spcPts val="0"/>
              </a:spcBef>
              <a:spcAft>
                <a:spcPts val="0"/>
              </a:spcAft>
              <a:buNone/>
              <a:defRPr sz="1400">
                <a:solidFill>
                  <a:schemeClr val="dk1"/>
                </a:solidFill>
              </a:defRPr>
            </a:lvl8pPr>
            <a:lvl9pPr lvl="8" rtl="0" algn="r">
              <a:lnSpc>
                <a:spcPct val="100000"/>
              </a:lnSpc>
              <a:spcBef>
                <a:spcPts val="0"/>
              </a:spcBef>
              <a:spcAft>
                <a:spcPts val="0"/>
              </a:spcAft>
              <a:buNone/>
              <a:defRPr sz="1400">
                <a:solidFill>
                  <a:schemeClr val="dk1"/>
                </a:solidFill>
              </a:defRPr>
            </a:lvl9pPr>
          </a:lstStyle>
          <a:p/>
        </p:txBody>
      </p:sp>
      <p:sp>
        <p:nvSpPr>
          <p:cNvPr id="346" name="Google Shape;346;p51"/>
          <p:cNvSpPr txBox="1"/>
          <p:nvPr>
            <p:ph idx="5" type="subTitle"/>
          </p:nvPr>
        </p:nvSpPr>
        <p:spPr>
          <a:xfrm>
            <a:off x="6688052" y="1419650"/>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47" name="Google Shape;347;p51"/>
          <p:cNvSpPr txBox="1"/>
          <p:nvPr>
            <p:ph idx="6" type="subTitle"/>
          </p:nvPr>
        </p:nvSpPr>
        <p:spPr>
          <a:xfrm>
            <a:off x="6688052" y="1767956"/>
            <a:ext cx="19851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48" name="Google Shape;348;p51"/>
          <p:cNvSpPr txBox="1"/>
          <p:nvPr>
            <p:ph idx="7" type="subTitle"/>
          </p:nvPr>
        </p:nvSpPr>
        <p:spPr>
          <a:xfrm>
            <a:off x="6668083" y="2667313"/>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49" name="Google Shape;349;p51"/>
          <p:cNvSpPr txBox="1"/>
          <p:nvPr>
            <p:ph idx="8" type="subTitle"/>
          </p:nvPr>
        </p:nvSpPr>
        <p:spPr>
          <a:xfrm>
            <a:off x="6668083" y="3023302"/>
            <a:ext cx="19842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50" name="Google Shape;350;p51"/>
          <p:cNvSpPr txBox="1"/>
          <p:nvPr>
            <p:ph type="title"/>
          </p:nvPr>
        </p:nvSpPr>
        <p:spPr>
          <a:xfrm>
            <a:off x="2680670" y="442691"/>
            <a:ext cx="3834300" cy="59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1" name="Google Shape;351;p51"/>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 6">
  <p:cSld name="CUSTOM_2_3">
    <p:spTree>
      <p:nvGrpSpPr>
        <p:cNvPr id="352" name="Shape 352"/>
        <p:cNvGrpSpPr/>
        <p:nvPr/>
      </p:nvGrpSpPr>
      <p:grpSpPr>
        <a:xfrm>
          <a:off x="0" y="0"/>
          <a:ext cx="0" cy="0"/>
          <a:chOff x="0" y="0"/>
          <a:chExt cx="0" cy="0"/>
        </a:xfrm>
      </p:grpSpPr>
      <p:sp>
        <p:nvSpPr>
          <p:cNvPr id="353" name="Google Shape;353;p52"/>
          <p:cNvSpPr/>
          <p:nvPr/>
        </p:nvSpPr>
        <p:spPr>
          <a:xfrm rot="-5400000">
            <a:off x="5197775" y="524950"/>
            <a:ext cx="3474300" cy="4593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54" name="Google Shape;354;p52"/>
          <p:cNvSpPr txBox="1"/>
          <p:nvPr>
            <p:ph idx="1" type="subTitle"/>
          </p:nvPr>
        </p:nvSpPr>
        <p:spPr>
          <a:xfrm>
            <a:off x="5374550" y="3049276"/>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355" name="Google Shape;355;p52"/>
          <p:cNvSpPr txBox="1"/>
          <p:nvPr>
            <p:ph idx="2" type="subTitle"/>
          </p:nvPr>
        </p:nvSpPr>
        <p:spPr>
          <a:xfrm>
            <a:off x="5096250" y="3419674"/>
            <a:ext cx="1536300" cy="646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356" name="Google Shape;356;p52"/>
          <p:cNvSpPr txBox="1"/>
          <p:nvPr>
            <p:ph idx="3" type="subTitle"/>
          </p:nvPr>
        </p:nvSpPr>
        <p:spPr>
          <a:xfrm>
            <a:off x="7070388" y="3049276"/>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357" name="Google Shape;357;p52"/>
          <p:cNvSpPr txBox="1"/>
          <p:nvPr>
            <p:ph idx="4" type="subTitle"/>
          </p:nvPr>
        </p:nvSpPr>
        <p:spPr>
          <a:xfrm>
            <a:off x="6781652" y="3401875"/>
            <a:ext cx="1536300" cy="646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358" name="Google Shape;358;p52"/>
          <p:cNvSpPr txBox="1"/>
          <p:nvPr>
            <p:ph idx="5" type="subTitle"/>
          </p:nvPr>
        </p:nvSpPr>
        <p:spPr>
          <a:xfrm>
            <a:off x="7085058" y="1694435"/>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359" name="Google Shape;359;p52"/>
          <p:cNvSpPr txBox="1"/>
          <p:nvPr>
            <p:ph idx="6" type="subTitle"/>
          </p:nvPr>
        </p:nvSpPr>
        <p:spPr>
          <a:xfrm>
            <a:off x="5096252" y="2064834"/>
            <a:ext cx="1536300" cy="646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360" name="Google Shape;360;p52"/>
          <p:cNvSpPr txBox="1"/>
          <p:nvPr>
            <p:ph idx="7" type="subTitle"/>
          </p:nvPr>
        </p:nvSpPr>
        <p:spPr>
          <a:xfrm>
            <a:off x="5387408" y="1694424"/>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361" name="Google Shape;361;p52"/>
          <p:cNvSpPr txBox="1"/>
          <p:nvPr>
            <p:ph idx="8" type="subTitle"/>
          </p:nvPr>
        </p:nvSpPr>
        <p:spPr>
          <a:xfrm>
            <a:off x="6794721" y="2064830"/>
            <a:ext cx="1532100" cy="646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362" name="Google Shape;362;p52"/>
          <p:cNvSpPr txBox="1"/>
          <p:nvPr>
            <p:ph type="title"/>
          </p:nvPr>
        </p:nvSpPr>
        <p:spPr>
          <a:xfrm>
            <a:off x="725525" y="442700"/>
            <a:ext cx="2832600" cy="59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3" name="Google Shape;363;p52"/>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4" name="Google Shape;364;p52"/>
          <p:cNvCxnSpPr/>
          <p:nvPr/>
        </p:nvCxnSpPr>
        <p:spPr>
          <a:xfrm>
            <a:off x="9045300" y="1089550"/>
            <a:ext cx="0" cy="34698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 7">
  <p:cSld name="CUSTOM_2_1">
    <p:spTree>
      <p:nvGrpSpPr>
        <p:cNvPr id="365" name="Shape 365"/>
        <p:cNvGrpSpPr/>
        <p:nvPr/>
      </p:nvGrpSpPr>
      <p:grpSpPr>
        <a:xfrm>
          <a:off x="0" y="0"/>
          <a:ext cx="0" cy="0"/>
          <a:chOff x="0" y="0"/>
          <a:chExt cx="0" cy="0"/>
        </a:xfrm>
      </p:grpSpPr>
      <p:sp>
        <p:nvSpPr>
          <p:cNvPr id="366" name="Google Shape;366;p53"/>
          <p:cNvSpPr txBox="1"/>
          <p:nvPr>
            <p:ph idx="1" type="subTitle"/>
          </p:nvPr>
        </p:nvSpPr>
        <p:spPr>
          <a:xfrm>
            <a:off x="3892017" y="1621113"/>
            <a:ext cx="1378800" cy="3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67" name="Google Shape;367;p53"/>
          <p:cNvSpPr txBox="1"/>
          <p:nvPr>
            <p:ph idx="2" type="subTitle"/>
          </p:nvPr>
        </p:nvSpPr>
        <p:spPr>
          <a:xfrm>
            <a:off x="669289" y="1492789"/>
            <a:ext cx="1763100" cy="91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500">
                <a:solidFill>
                  <a:schemeClr val="dk1"/>
                </a:solidFill>
                <a:latin typeface="Overpass Light"/>
                <a:ea typeface="Overpass Light"/>
                <a:cs typeface="Overpass Light"/>
                <a:sym typeface="Overpass Light"/>
              </a:defRPr>
            </a:lvl1pPr>
            <a:lvl2pPr lvl="1" rtl="0" algn="r">
              <a:lnSpc>
                <a:spcPct val="100000"/>
              </a:lnSpc>
              <a:spcBef>
                <a:spcPts val="0"/>
              </a:spcBef>
              <a:spcAft>
                <a:spcPts val="0"/>
              </a:spcAft>
              <a:buNone/>
              <a:defRPr sz="1500">
                <a:solidFill>
                  <a:schemeClr val="dk1"/>
                </a:solidFill>
              </a:defRPr>
            </a:lvl2pPr>
            <a:lvl3pPr lvl="2" rtl="0" algn="r">
              <a:lnSpc>
                <a:spcPct val="100000"/>
              </a:lnSpc>
              <a:spcBef>
                <a:spcPts val="0"/>
              </a:spcBef>
              <a:spcAft>
                <a:spcPts val="0"/>
              </a:spcAft>
              <a:buNone/>
              <a:defRPr sz="1500">
                <a:solidFill>
                  <a:schemeClr val="dk1"/>
                </a:solidFill>
              </a:defRPr>
            </a:lvl3pPr>
            <a:lvl4pPr lvl="3" rtl="0" algn="r">
              <a:lnSpc>
                <a:spcPct val="100000"/>
              </a:lnSpc>
              <a:spcBef>
                <a:spcPts val="0"/>
              </a:spcBef>
              <a:spcAft>
                <a:spcPts val="0"/>
              </a:spcAft>
              <a:buNone/>
              <a:defRPr sz="1500">
                <a:solidFill>
                  <a:schemeClr val="dk1"/>
                </a:solidFill>
              </a:defRPr>
            </a:lvl4pPr>
            <a:lvl5pPr lvl="4" rtl="0" algn="r">
              <a:lnSpc>
                <a:spcPct val="100000"/>
              </a:lnSpc>
              <a:spcBef>
                <a:spcPts val="0"/>
              </a:spcBef>
              <a:spcAft>
                <a:spcPts val="0"/>
              </a:spcAft>
              <a:buNone/>
              <a:defRPr sz="1500">
                <a:solidFill>
                  <a:schemeClr val="dk1"/>
                </a:solidFill>
              </a:defRPr>
            </a:lvl5pPr>
            <a:lvl6pPr lvl="5" rtl="0" algn="r">
              <a:lnSpc>
                <a:spcPct val="100000"/>
              </a:lnSpc>
              <a:spcBef>
                <a:spcPts val="0"/>
              </a:spcBef>
              <a:spcAft>
                <a:spcPts val="0"/>
              </a:spcAft>
              <a:buNone/>
              <a:defRPr sz="1500">
                <a:solidFill>
                  <a:schemeClr val="dk1"/>
                </a:solidFill>
              </a:defRPr>
            </a:lvl6pPr>
            <a:lvl7pPr lvl="6" rtl="0" algn="r">
              <a:lnSpc>
                <a:spcPct val="100000"/>
              </a:lnSpc>
              <a:spcBef>
                <a:spcPts val="0"/>
              </a:spcBef>
              <a:spcAft>
                <a:spcPts val="0"/>
              </a:spcAft>
              <a:buNone/>
              <a:defRPr sz="1500">
                <a:solidFill>
                  <a:schemeClr val="dk1"/>
                </a:solidFill>
              </a:defRPr>
            </a:lvl7pPr>
            <a:lvl8pPr lvl="7" rtl="0" algn="r">
              <a:lnSpc>
                <a:spcPct val="100000"/>
              </a:lnSpc>
              <a:spcBef>
                <a:spcPts val="0"/>
              </a:spcBef>
              <a:spcAft>
                <a:spcPts val="0"/>
              </a:spcAft>
              <a:buNone/>
              <a:defRPr sz="1500">
                <a:solidFill>
                  <a:schemeClr val="dk1"/>
                </a:solidFill>
              </a:defRPr>
            </a:lvl8pPr>
            <a:lvl9pPr lvl="8" rtl="0" algn="r">
              <a:lnSpc>
                <a:spcPct val="100000"/>
              </a:lnSpc>
              <a:spcBef>
                <a:spcPts val="0"/>
              </a:spcBef>
              <a:spcAft>
                <a:spcPts val="0"/>
              </a:spcAft>
              <a:buNone/>
              <a:defRPr sz="1500">
                <a:solidFill>
                  <a:schemeClr val="dk1"/>
                </a:solidFill>
              </a:defRPr>
            </a:lvl9pPr>
          </a:lstStyle>
          <a:p/>
        </p:txBody>
      </p:sp>
      <p:sp>
        <p:nvSpPr>
          <p:cNvPr id="368" name="Google Shape;368;p53"/>
          <p:cNvSpPr txBox="1"/>
          <p:nvPr>
            <p:ph idx="3" type="subTitle"/>
          </p:nvPr>
        </p:nvSpPr>
        <p:spPr>
          <a:xfrm>
            <a:off x="3882600" y="2739825"/>
            <a:ext cx="1378800" cy="3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69" name="Google Shape;369;p53"/>
          <p:cNvSpPr txBox="1"/>
          <p:nvPr>
            <p:ph idx="4" type="subTitle"/>
          </p:nvPr>
        </p:nvSpPr>
        <p:spPr>
          <a:xfrm>
            <a:off x="667489" y="2603622"/>
            <a:ext cx="1764900" cy="91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500">
                <a:solidFill>
                  <a:schemeClr val="dk1"/>
                </a:solidFill>
                <a:latin typeface="Overpass Light"/>
                <a:ea typeface="Overpass Light"/>
                <a:cs typeface="Overpass Light"/>
                <a:sym typeface="Overpass Light"/>
              </a:defRPr>
            </a:lvl1pPr>
            <a:lvl2pPr lvl="1" rtl="0" algn="r">
              <a:lnSpc>
                <a:spcPct val="100000"/>
              </a:lnSpc>
              <a:spcBef>
                <a:spcPts val="0"/>
              </a:spcBef>
              <a:spcAft>
                <a:spcPts val="0"/>
              </a:spcAft>
              <a:buNone/>
              <a:defRPr sz="1500">
                <a:solidFill>
                  <a:schemeClr val="dk1"/>
                </a:solidFill>
              </a:defRPr>
            </a:lvl2pPr>
            <a:lvl3pPr lvl="2" rtl="0" algn="r">
              <a:lnSpc>
                <a:spcPct val="100000"/>
              </a:lnSpc>
              <a:spcBef>
                <a:spcPts val="0"/>
              </a:spcBef>
              <a:spcAft>
                <a:spcPts val="0"/>
              </a:spcAft>
              <a:buNone/>
              <a:defRPr sz="1500">
                <a:solidFill>
                  <a:schemeClr val="dk1"/>
                </a:solidFill>
              </a:defRPr>
            </a:lvl3pPr>
            <a:lvl4pPr lvl="3" rtl="0" algn="r">
              <a:lnSpc>
                <a:spcPct val="100000"/>
              </a:lnSpc>
              <a:spcBef>
                <a:spcPts val="0"/>
              </a:spcBef>
              <a:spcAft>
                <a:spcPts val="0"/>
              </a:spcAft>
              <a:buNone/>
              <a:defRPr sz="1500">
                <a:solidFill>
                  <a:schemeClr val="dk1"/>
                </a:solidFill>
              </a:defRPr>
            </a:lvl4pPr>
            <a:lvl5pPr lvl="4" rtl="0" algn="r">
              <a:lnSpc>
                <a:spcPct val="100000"/>
              </a:lnSpc>
              <a:spcBef>
                <a:spcPts val="0"/>
              </a:spcBef>
              <a:spcAft>
                <a:spcPts val="0"/>
              </a:spcAft>
              <a:buNone/>
              <a:defRPr sz="1500">
                <a:solidFill>
                  <a:schemeClr val="dk1"/>
                </a:solidFill>
              </a:defRPr>
            </a:lvl5pPr>
            <a:lvl6pPr lvl="5" rtl="0" algn="r">
              <a:lnSpc>
                <a:spcPct val="100000"/>
              </a:lnSpc>
              <a:spcBef>
                <a:spcPts val="0"/>
              </a:spcBef>
              <a:spcAft>
                <a:spcPts val="0"/>
              </a:spcAft>
              <a:buNone/>
              <a:defRPr sz="1500">
                <a:solidFill>
                  <a:schemeClr val="dk1"/>
                </a:solidFill>
              </a:defRPr>
            </a:lvl6pPr>
            <a:lvl7pPr lvl="6" rtl="0" algn="r">
              <a:lnSpc>
                <a:spcPct val="100000"/>
              </a:lnSpc>
              <a:spcBef>
                <a:spcPts val="0"/>
              </a:spcBef>
              <a:spcAft>
                <a:spcPts val="0"/>
              </a:spcAft>
              <a:buNone/>
              <a:defRPr sz="1500">
                <a:solidFill>
                  <a:schemeClr val="dk1"/>
                </a:solidFill>
              </a:defRPr>
            </a:lvl7pPr>
            <a:lvl8pPr lvl="7" rtl="0" algn="r">
              <a:lnSpc>
                <a:spcPct val="100000"/>
              </a:lnSpc>
              <a:spcBef>
                <a:spcPts val="0"/>
              </a:spcBef>
              <a:spcAft>
                <a:spcPts val="0"/>
              </a:spcAft>
              <a:buNone/>
              <a:defRPr sz="1500">
                <a:solidFill>
                  <a:schemeClr val="dk1"/>
                </a:solidFill>
              </a:defRPr>
            </a:lvl8pPr>
            <a:lvl9pPr lvl="8" rtl="0" algn="r">
              <a:lnSpc>
                <a:spcPct val="100000"/>
              </a:lnSpc>
              <a:spcBef>
                <a:spcPts val="0"/>
              </a:spcBef>
              <a:spcAft>
                <a:spcPts val="0"/>
              </a:spcAft>
              <a:buNone/>
              <a:defRPr sz="1500">
                <a:solidFill>
                  <a:schemeClr val="dk1"/>
                </a:solidFill>
              </a:defRPr>
            </a:lvl9pPr>
          </a:lstStyle>
          <a:p/>
        </p:txBody>
      </p:sp>
      <p:sp>
        <p:nvSpPr>
          <p:cNvPr id="370" name="Google Shape;370;p53"/>
          <p:cNvSpPr txBox="1"/>
          <p:nvPr>
            <p:ph idx="5" type="subTitle"/>
          </p:nvPr>
        </p:nvSpPr>
        <p:spPr>
          <a:xfrm>
            <a:off x="3892017" y="2179013"/>
            <a:ext cx="1378800" cy="3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71" name="Google Shape;371;p53"/>
          <p:cNvSpPr txBox="1"/>
          <p:nvPr>
            <p:ph idx="6" type="subTitle"/>
          </p:nvPr>
        </p:nvSpPr>
        <p:spPr>
          <a:xfrm>
            <a:off x="6711611" y="2024790"/>
            <a:ext cx="17649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5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500">
                <a:solidFill>
                  <a:schemeClr val="dk1"/>
                </a:solidFill>
              </a:defRPr>
            </a:lvl2pPr>
            <a:lvl3pPr lvl="2" rtl="0">
              <a:lnSpc>
                <a:spcPct val="100000"/>
              </a:lnSpc>
              <a:spcBef>
                <a:spcPts val="0"/>
              </a:spcBef>
              <a:spcAft>
                <a:spcPts val="0"/>
              </a:spcAft>
              <a:buNone/>
              <a:defRPr sz="1500">
                <a:solidFill>
                  <a:schemeClr val="dk1"/>
                </a:solidFill>
              </a:defRPr>
            </a:lvl3pPr>
            <a:lvl4pPr lvl="3" rtl="0">
              <a:lnSpc>
                <a:spcPct val="100000"/>
              </a:lnSpc>
              <a:spcBef>
                <a:spcPts val="0"/>
              </a:spcBef>
              <a:spcAft>
                <a:spcPts val="0"/>
              </a:spcAft>
              <a:buNone/>
              <a:defRPr sz="1500">
                <a:solidFill>
                  <a:schemeClr val="dk1"/>
                </a:solidFill>
              </a:defRPr>
            </a:lvl4pPr>
            <a:lvl5pPr lvl="4" rtl="0">
              <a:lnSpc>
                <a:spcPct val="100000"/>
              </a:lnSpc>
              <a:spcBef>
                <a:spcPts val="0"/>
              </a:spcBef>
              <a:spcAft>
                <a:spcPts val="0"/>
              </a:spcAft>
              <a:buNone/>
              <a:defRPr sz="1500">
                <a:solidFill>
                  <a:schemeClr val="dk1"/>
                </a:solidFill>
              </a:defRPr>
            </a:lvl5pPr>
            <a:lvl6pPr lvl="5" rtl="0">
              <a:lnSpc>
                <a:spcPct val="100000"/>
              </a:lnSpc>
              <a:spcBef>
                <a:spcPts val="0"/>
              </a:spcBef>
              <a:spcAft>
                <a:spcPts val="0"/>
              </a:spcAft>
              <a:buNone/>
              <a:defRPr sz="1500">
                <a:solidFill>
                  <a:schemeClr val="dk1"/>
                </a:solidFill>
              </a:defRPr>
            </a:lvl6pPr>
            <a:lvl7pPr lvl="6" rtl="0">
              <a:lnSpc>
                <a:spcPct val="100000"/>
              </a:lnSpc>
              <a:spcBef>
                <a:spcPts val="0"/>
              </a:spcBef>
              <a:spcAft>
                <a:spcPts val="0"/>
              </a:spcAft>
              <a:buNone/>
              <a:defRPr sz="1500">
                <a:solidFill>
                  <a:schemeClr val="dk1"/>
                </a:solidFill>
              </a:defRPr>
            </a:lvl7pPr>
            <a:lvl8pPr lvl="7" rtl="0">
              <a:lnSpc>
                <a:spcPct val="100000"/>
              </a:lnSpc>
              <a:spcBef>
                <a:spcPts val="0"/>
              </a:spcBef>
              <a:spcAft>
                <a:spcPts val="0"/>
              </a:spcAft>
              <a:buNone/>
              <a:defRPr sz="1500">
                <a:solidFill>
                  <a:schemeClr val="dk1"/>
                </a:solidFill>
              </a:defRPr>
            </a:lvl8pPr>
            <a:lvl9pPr lvl="8" rtl="0">
              <a:lnSpc>
                <a:spcPct val="100000"/>
              </a:lnSpc>
              <a:spcBef>
                <a:spcPts val="0"/>
              </a:spcBef>
              <a:spcAft>
                <a:spcPts val="0"/>
              </a:spcAft>
              <a:buNone/>
              <a:defRPr sz="1500">
                <a:solidFill>
                  <a:schemeClr val="dk1"/>
                </a:solidFill>
              </a:defRPr>
            </a:lvl9pPr>
          </a:lstStyle>
          <a:p/>
        </p:txBody>
      </p:sp>
      <p:sp>
        <p:nvSpPr>
          <p:cNvPr id="372" name="Google Shape;372;p53"/>
          <p:cNvSpPr txBox="1"/>
          <p:nvPr>
            <p:ph idx="7" type="subTitle"/>
          </p:nvPr>
        </p:nvSpPr>
        <p:spPr>
          <a:xfrm>
            <a:off x="3882600" y="3293614"/>
            <a:ext cx="1378800" cy="3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73" name="Google Shape;373;p53"/>
          <p:cNvSpPr txBox="1"/>
          <p:nvPr>
            <p:ph idx="8" type="subTitle"/>
          </p:nvPr>
        </p:nvSpPr>
        <p:spPr>
          <a:xfrm>
            <a:off x="6711611" y="3175052"/>
            <a:ext cx="17649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5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500">
                <a:solidFill>
                  <a:schemeClr val="dk1"/>
                </a:solidFill>
              </a:defRPr>
            </a:lvl2pPr>
            <a:lvl3pPr lvl="2" rtl="0">
              <a:lnSpc>
                <a:spcPct val="100000"/>
              </a:lnSpc>
              <a:spcBef>
                <a:spcPts val="0"/>
              </a:spcBef>
              <a:spcAft>
                <a:spcPts val="0"/>
              </a:spcAft>
              <a:buNone/>
              <a:defRPr sz="1500">
                <a:solidFill>
                  <a:schemeClr val="dk1"/>
                </a:solidFill>
              </a:defRPr>
            </a:lvl3pPr>
            <a:lvl4pPr lvl="3" rtl="0">
              <a:lnSpc>
                <a:spcPct val="100000"/>
              </a:lnSpc>
              <a:spcBef>
                <a:spcPts val="0"/>
              </a:spcBef>
              <a:spcAft>
                <a:spcPts val="0"/>
              </a:spcAft>
              <a:buNone/>
              <a:defRPr sz="1500">
                <a:solidFill>
                  <a:schemeClr val="dk1"/>
                </a:solidFill>
              </a:defRPr>
            </a:lvl4pPr>
            <a:lvl5pPr lvl="4" rtl="0">
              <a:lnSpc>
                <a:spcPct val="100000"/>
              </a:lnSpc>
              <a:spcBef>
                <a:spcPts val="0"/>
              </a:spcBef>
              <a:spcAft>
                <a:spcPts val="0"/>
              </a:spcAft>
              <a:buNone/>
              <a:defRPr sz="1500">
                <a:solidFill>
                  <a:schemeClr val="dk1"/>
                </a:solidFill>
              </a:defRPr>
            </a:lvl5pPr>
            <a:lvl6pPr lvl="5" rtl="0">
              <a:lnSpc>
                <a:spcPct val="100000"/>
              </a:lnSpc>
              <a:spcBef>
                <a:spcPts val="0"/>
              </a:spcBef>
              <a:spcAft>
                <a:spcPts val="0"/>
              </a:spcAft>
              <a:buNone/>
              <a:defRPr sz="1500">
                <a:solidFill>
                  <a:schemeClr val="dk1"/>
                </a:solidFill>
              </a:defRPr>
            </a:lvl6pPr>
            <a:lvl7pPr lvl="6" rtl="0">
              <a:lnSpc>
                <a:spcPct val="100000"/>
              </a:lnSpc>
              <a:spcBef>
                <a:spcPts val="0"/>
              </a:spcBef>
              <a:spcAft>
                <a:spcPts val="0"/>
              </a:spcAft>
              <a:buNone/>
              <a:defRPr sz="1500">
                <a:solidFill>
                  <a:schemeClr val="dk1"/>
                </a:solidFill>
              </a:defRPr>
            </a:lvl7pPr>
            <a:lvl8pPr lvl="7" rtl="0">
              <a:lnSpc>
                <a:spcPct val="100000"/>
              </a:lnSpc>
              <a:spcBef>
                <a:spcPts val="0"/>
              </a:spcBef>
              <a:spcAft>
                <a:spcPts val="0"/>
              </a:spcAft>
              <a:buNone/>
              <a:defRPr sz="1500">
                <a:solidFill>
                  <a:schemeClr val="dk1"/>
                </a:solidFill>
              </a:defRPr>
            </a:lvl8pPr>
            <a:lvl9pPr lvl="8" rtl="0">
              <a:lnSpc>
                <a:spcPct val="100000"/>
              </a:lnSpc>
              <a:spcBef>
                <a:spcPts val="0"/>
              </a:spcBef>
              <a:spcAft>
                <a:spcPts val="0"/>
              </a:spcAft>
              <a:buNone/>
              <a:defRPr sz="1500">
                <a:solidFill>
                  <a:schemeClr val="dk1"/>
                </a:solidFill>
              </a:defRPr>
            </a:lvl9pPr>
          </a:lstStyle>
          <a:p/>
        </p:txBody>
      </p:sp>
      <p:sp>
        <p:nvSpPr>
          <p:cNvPr id="374" name="Google Shape;374;p53"/>
          <p:cNvSpPr txBox="1"/>
          <p:nvPr>
            <p:ph type="title"/>
          </p:nvPr>
        </p:nvSpPr>
        <p:spPr>
          <a:xfrm>
            <a:off x="2654850" y="321157"/>
            <a:ext cx="3834300" cy="59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5" name="Google Shape;375;p53"/>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 8">
  <p:cSld name="CUSTOM_2_1_2">
    <p:spTree>
      <p:nvGrpSpPr>
        <p:cNvPr id="376" name="Shape 376"/>
        <p:cNvGrpSpPr/>
        <p:nvPr/>
      </p:nvGrpSpPr>
      <p:grpSpPr>
        <a:xfrm>
          <a:off x="0" y="0"/>
          <a:ext cx="0" cy="0"/>
          <a:chOff x="0" y="0"/>
          <a:chExt cx="0" cy="0"/>
        </a:xfrm>
      </p:grpSpPr>
      <p:sp>
        <p:nvSpPr>
          <p:cNvPr id="377" name="Google Shape;377;p54"/>
          <p:cNvSpPr txBox="1"/>
          <p:nvPr>
            <p:ph idx="1" type="subTitle"/>
          </p:nvPr>
        </p:nvSpPr>
        <p:spPr>
          <a:xfrm>
            <a:off x="2904335" y="1810511"/>
            <a:ext cx="1378800" cy="3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378" name="Google Shape;378;p54"/>
          <p:cNvSpPr txBox="1"/>
          <p:nvPr>
            <p:ph idx="2" type="subTitle"/>
          </p:nvPr>
        </p:nvSpPr>
        <p:spPr>
          <a:xfrm>
            <a:off x="5913600" y="1684154"/>
            <a:ext cx="25236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79" name="Google Shape;379;p54"/>
          <p:cNvSpPr txBox="1"/>
          <p:nvPr>
            <p:ph idx="3" type="subTitle"/>
          </p:nvPr>
        </p:nvSpPr>
        <p:spPr>
          <a:xfrm>
            <a:off x="2904335" y="2985040"/>
            <a:ext cx="1378800" cy="3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380" name="Google Shape;380;p54"/>
          <p:cNvSpPr txBox="1"/>
          <p:nvPr>
            <p:ph idx="4" type="subTitle"/>
          </p:nvPr>
        </p:nvSpPr>
        <p:spPr>
          <a:xfrm>
            <a:off x="5913600" y="3452901"/>
            <a:ext cx="25236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81" name="Google Shape;381;p54"/>
          <p:cNvSpPr txBox="1"/>
          <p:nvPr>
            <p:ph idx="5" type="subTitle"/>
          </p:nvPr>
        </p:nvSpPr>
        <p:spPr>
          <a:xfrm>
            <a:off x="2904335" y="2397775"/>
            <a:ext cx="1378800" cy="3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82" name="Google Shape;382;p54"/>
          <p:cNvSpPr txBox="1"/>
          <p:nvPr>
            <p:ph idx="6" type="subTitle"/>
          </p:nvPr>
        </p:nvSpPr>
        <p:spPr>
          <a:xfrm>
            <a:off x="5913600" y="2273737"/>
            <a:ext cx="25263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83" name="Google Shape;383;p54"/>
          <p:cNvSpPr txBox="1"/>
          <p:nvPr>
            <p:ph idx="7" type="subTitle"/>
          </p:nvPr>
        </p:nvSpPr>
        <p:spPr>
          <a:xfrm>
            <a:off x="2904335" y="3572304"/>
            <a:ext cx="1378800" cy="3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200">
                <a:solidFill>
                  <a:schemeClr val="dk1"/>
                </a:solidFill>
                <a:latin typeface="Bebas Neue"/>
                <a:ea typeface="Bebas Neue"/>
                <a:cs typeface="Bebas Neue"/>
                <a:sym typeface="Bebas Neue"/>
              </a:defRPr>
            </a:lvl1pPr>
            <a:lvl2pPr lvl="1" rtl="0" algn="ctr">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gn="ctr">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gn="ctr">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gn="ctr">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gn="ctr">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gn="ctr">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gn="ctr">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gn="ctr">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p:txBody>
      </p:sp>
      <p:sp>
        <p:nvSpPr>
          <p:cNvPr id="384" name="Google Shape;384;p54"/>
          <p:cNvSpPr txBox="1"/>
          <p:nvPr>
            <p:ph idx="8" type="subTitle"/>
          </p:nvPr>
        </p:nvSpPr>
        <p:spPr>
          <a:xfrm>
            <a:off x="5913600" y="2863319"/>
            <a:ext cx="25263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385" name="Google Shape;385;p54"/>
          <p:cNvSpPr txBox="1"/>
          <p:nvPr>
            <p:ph type="title"/>
          </p:nvPr>
        </p:nvSpPr>
        <p:spPr>
          <a:xfrm>
            <a:off x="4605600" y="321157"/>
            <a:ext cx="3834300" cy="599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6" name="Google Shape;386;p54"/>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 9">
  <p:cSld name="CUSTOM_2_1_1">
    <p:spTree>
      <p:nvGrpSpPr>
        <p:cNvPr id="387" name="Shape 387"/>
        <p:cNvGrpSpPr/>
        <p:nvPr/>
      </p:nvGrpSpPr>
      <p:grpSpPr>
        <a:xfrm>
          <a:off x="0" y="0"/>
          <a:ext cx="0" cy="0"/>
          <a:chOff x="0" y="0"/>
          <a:chExt cx="0" cy="0"/>
        </a:xfrm>
      </p:grpSpPr>
      <p:sp>
        <p:nvSpPr>
          <p:cNvPr id="388" name="Google Shape;388;p55"/>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5"/>
          <p:cNvSpPr/>
          <p:nvPr/>
        </p:nvSpPr>
        <p:spPr>
          <a:xfrm>
            <a:off x="0" y="2565177"/>
            <a:ext cx="9144000" cy="257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grpSp>
        <p:nvGrpSpPr>
          <p:cNvPr id="390" name="Google Shape;390;p55"/>
          <p:cNvGrpSpPr/>
          <p:nvPr/>
        </p:nvGrpSpPr>
        <p:grpSpPr>
          <a:xfrm>
            <a:off x="101550" y="2565175"/>
            <a:ext cx="8941926" cy="2472300"/>
            <a:chOff x="101550" y="2565175"/>
            <a:chExt cx="8941926" cy="2472300"/>
          </a:xfrm>
        </p:grpSpPr>
        <p:cxnSp>
          <p:nvCxnSpPr>
            <p:cNvPr id="391" name="Google Shape;391;p55"/>
            <p:cNvCxnSpPr/>
            <p:nvPr/>
          </p:nvCxnSpPr>
          <p:spPr>
            <a:xfrm>
              <a:off x="102576" y="5037300"/>
              <a:ext cx="8940900" cy="0"/>
            </a:xfrm>
            <a:prstGeom prst="straightConnector1">
              <a:avLst/>
            </a:prstGeom>
            <a:noFill/>
            <a:ln cap="flat" cmpd="sng" w="19050">
              <a:solidFill>
                <a:schemeClr val="lt1"/>
              </a:solidFill>
              <a:prstDash val="solid"/>
              <a:round/>
              <a:headEnd len="med" w="med" type="none"/>
              <a:tailEnd len="med" w="med" type="none"/>
            </a:ln>
          </p:spPr>
        </p:cxnSp>
        <p:cxnSp>
          <p:nvCxnSpPr>
            <p:cNvPr id="392" name="Google Shape;392;p55"/>
            <p:cNvCxnSpPr/>
            <p:nvPr/>
          </p:nvCxnSpPr>
          <p:spPr>
            <a:xfrm>
              <a:off x="9042450" y="2565175"/>
              <a:ext cx="0" cy="2472300"/>
            </a:xfrm>
            <a:prstGeom prst="straightConnector1">
              <a:avLst/>
            </a:prstGeom>
            <a:noFill/>
            <a:ln cap="flat" cmpd="sng" w="19050">
              <a:solidFill>
                <a:schemeClr val="lt1"/>
              </a:solidFill>
              <a:prstDash val="solid"/>
              <a:round/>
              <a:headEnd len="med" w="med" type="none"/>
              <a:tailEnd len="med" w="med" type="none"/>
            </a:ln>
          </p:spPr>
        </p:cxnSp>
        <p:cxnSp>
          <p:nvCxnSpPr>
            <p:cNvPr id="393" name="Google Shape;393;p55"/>
            <p:cNvCxnSpPr/>
            <p:nvPr/>
          </p:nvCxnSpPr>
          <p:spPr>
            <a:xfrm>
              <a:off x="101550" y="2565175"/>
              <a:ext cx="0" cy="2472300"/>
            </a:xfrm>
            <a:prstGeom prst="straightConnector1">
              <a:avLst/>
            </a:prstGeom>
            <a:noFill/>
            <a:ln cap="flat" cmpd="sng" w="19050">
              <a:solidFill>
                <a:schemeClr val="lt1"/>
              </a:solidFill>
              <a:prstDash val="solid"/>
              <a:round/>
              <a:headEnd len="med" w="med" type="none"/>
              <a:tailEnd len="med" w="med" type="none"/>
            </a:ln>
          </p:spPr>
        </p:cxnSp>
      </p:grpSp>
      <p:sp>
        <p:nvSpPr>
          <p:cNvPr id="394" name="Google Shape;394;p55"/>
          <p:cNvSpPr txBox="1"/>
          <p:nvPr>
            <p:ph idx="1" type="subTitle"/>
          </p:nvPr>
        </p:nvSpPr>
        <p:spPr>
          <a:xfrm>
            <a:off x="656175" y="3176932"/>
            <a:ext cx="1763100" cy="9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solidFill>
                  <a:schemeClr val="lt1"/>
                </a:solidFill>
              </a:defRPr>
            </a:lvl2pPr>
            <a:lvl3pPr lvl="2" rtl="0" algn="ctr">
              <a:lnSpc>
                <a:spcPct val="100000"/>
              </a:lnSpc>
              <a:spcBef>
                <a:spcPts val="0"/>
              </a:spcBef>
              <a:spcAft>
                <a:spcPts val="0"/>
              </a:spcAft>
              <a:buNone/>
              <a:defRPr sz="1400">
                <a:solidFill>
                  <a:schemeClr val="lt1"/>
                </a:solidFill>
              </a:defRPr>
            </a:lvl3pPr>
            <a:lvl4pPr lvl="3" rtl="0" algn="ctr">
              <a:lnSpc>
                <a:spcPct val="100000"/>
              </a:lnSpc>
              <a:spcBef>
                <a:spcPts val="0"/>
              </a:spcBef>
              <a:spcAft>
                <a:spcPts val="0"/>
              </a:spcAft>
              <a:buNone/>
              <a:defRPr sz="1400">
                <a:solidFill>
                  <a:schemeClr val="lt1"/>
                </a:solidFill>
              </a:defRPr>
            </a:lvl4pPr>
            <a:lvl5pPr lvl="4" rtl="0" algn="ctr">
              <a:lnSpc>
                <a:spcPct val="100000"/>
              </a:lnSpc>
              <a:spcBef>
                <a:spcPts val="0"/>
              </a:spcBef>
              <a:spcAft>
                <a:spcPts val="0"/>
              </a:spcAft>
              <a:buNone/>
              <a:defRPr sz="1400">
                <a:solidFill>
                  <a:schemeClr val="lt1"/>
                </a:solidFill>
              </a:defRPr>
            </a:lvl5pPr>
            <a:lvl6pPr lvl="5" rtl="0" algn="ctr">
              <a:lnSpc>
                <a:spcPct val="100000"/>
              </a:lnSpc>
              <a:spcBef>
                <a:spcPts val="0"/>
              </a:spcBef>
              <a:spcAft>
                <a:spcPts val="0"/>
              </a:spcAft>
              <a:buNone/>
              <a:defRPr sz="1400">
                <a:solidFill>
                  <a:schemeClr val="lt1"/>
                </a:solidFill>
              </a:defRPr>
            </a:lvl6pPr>
            <a:lvl7pPr lvl="6" rtl="0" algn="ctr">
              <a:lnSpc>
                <a:spcPct val="100000"/>
              </a:lnSpc>
              <a:spcBef>
                <a:spcPts val="0"/>
              </a:spcBef>
              <a:spcAft>
                <a:spcPts val="0"/>
              </a:spcAft>
              <a:buNone/>
              <a:defRPr sz="1400">
                <a:solidFill>
                  <a:schemeClr val="lt1"/>
                </a:solidFill>
              </a:defRPr>
            </a:lvl7pPr>
            <a:lvl8pPr lvl="7" rtl="0" algn="ctr">
              <a:lnSpc>
                <a:spcPct val="100000"/>
              </a:lnSpc>
              <a:spcBef>
                <a:spcPts val="0"/>
              </a:spcBef>
              <a:spcAft>
                <a:spcPts val="0"/>
              </a:spcAft>
              <a:buNone/>
              <a:defRPr sz="1400">
                <a:solidFill>
                  <a:schemeClr val="lt1"/>
                </a:solidFill>
              </a:defRPr>
            </a:lvl8pPr>
            <a:lvl9pPr lvl="8" rtl="0" algn="ctr">
              <a:lnSpc>
                <a:spcPct val="100000"/>
              </a:lnSpc>
              <a:spcBef>
                <a:spcPts val="0"/>
              </a:spcBef>
              <a:spcAft>
                <a:spcPts val="0"/>
              </a:spcAft>
              <a:buNone/>
              <a:defRPr sz="1400">
                <a:solidFill>
                  <a:schemeClr val="lt1"/>
                </a:solidFill>
              </a:defRPr>
            </a:lvl9pPr>
          </a:lstStyle>
          <a:p/>
        </p:txBody>
      </p:sp>
      <p:sp>
        <p:nvSpPr>
          <p:cNvPr id="395" name="Google Shape;395;p55"/>
          <p:cNvSpPr txBox="1"/>
          <p:nvPr>
            <p:ph idx="2" type="subTitle"/>
          </p:nvPr>
        </p:nvSpPr>
        <p:spPr>
          <a:xfrm>
            <a:off x="2683325" y="3176932"/>
            <a:ext cx="1764900" cy="9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500">
                <a:solidFill>
                  <a:schemeClr val="lt2"/>
                </a:solidFill>
                <a:latin typeface="Overpass Light"/>
                <a:ea typeface="Overpass Light"/>
                <a:cs typeface="Overpass Light"/>
                <a:sym typeface="Overpass Light"/>
              </a:defRPr>
            </a:lvl1pPr>
            <a:lvl2pPr lvl="1" rtl="0" algn="ctr">
              <a:lnSpc>
                <a:spcPct val="100000"/>
              </a:lnSpc>
              <a:spcBef>
                <a:spcPts val="0"/>
              </a:spcBef>
              <a:spcAft>
                <a:spcPts val="0"/>
              </a:spcAft>
              <a:buNone/>
              <a:defRPr sz="1500">
                <a:solidFill>
                  <a:schemeClr val="lt2"/>
                </a:solidFill>
              </a:defRPr>
            </a:lvl2pPr>
            <a:lvl3pPr lvl="2" rtl="0" algn="ctr">
              <a:lnSpc>
                <a:spcPct val="100000"/>
              </a:lnSpc>
              <a:spcBef>
                <a:spcPts val="0"/>
              </a:spcBef>
              <a:spcAft>
                <a:spcPts val="0"/>
              </a:spcAft>
              <a:buNone/>
              <a:defRPr sz="1500">
                <a:solidFill>
                  <a:schemeClr val="lt2"/>
                </a:solidFill>
              </a:defRPr>
            </a:lvl3pPr>
            <a:lvl4pPr lvl="3" rtl="0" algn="ctr">
              <a:lnSpc>
                <a:spcPct val="100000"/>
              </a:lnSpc>
              <a:spcBef>
                <a:spcPts val="0"/>
              </a:spcBef>
              <a:spcAft>
                <a:spcPts val="0"/>
              </a:spcAft>
              <a:buNone/>
              <a:defRPr sz="1500">
                <a:solidFill>
                  <a:schemeClr val="lt2"/>
                </a:solidFill>
              </a:defRPr>
            </a:lvl4pPr>
            <a:lvl5pPr lvl="4" rtl="0" algn="ctr">
              <a:lnSpc>
                <a:spcPct val="100000"/>
              </a:lnSpc>
              <a:spcBef>
                <a:spcPts val="0"/>
              </a:spcBef>
              <a:spcAft>
                <a:spcPts val="0"/>
              </a:spcAft>
              <a:buNone/>
              <a:defRPr sz="1500">
                <a:solidFill>
                  <a:schemeClr val="lt2"/>
                </a:solidFill>
              </a:defRPr>
            </a:lvl5pPr>
            <a:lvl6pPr lvl="5" rtl="0" algn="ctr">
              <a:lnSpc>
                <a:spcPct val="100000"/>
              </a:lnSpc>
              <a:spcBef>
                <a:spcPts val="0"/>
              </a:spcBef>
              <a:spcAft>
                <a:spcPts val="0"/>
              </a:spcAft>
              <a:buNone/>
              <a:defRPr sz="1500">
                <a:solidFill>
                  <a:schemeClr val="lt2"/>
                </a:solidFill>
              </a:defRPr>
            </a:lvl6pPr>
            <a:lvl7pPr lvl="6" rtl="0" algn="ctr">
              <a:lnSpc>
                <a:spcPct val="100000"/>
              </a:lnSpc>
              <a:spcBef>
                <a:spcPts val="0"/>
              </a:spcBef>
              <a:spcAft>
                <a:spcPts val="0"/>
              </a:spcAft>
              <a:buNone/>
              <a:defRPr sz="1500">
                <a:solidFill>
                  <a:schemeClr val="lt2"/>
                </a:solidFill>
              </a:defRPr>
            </a:lvl7pPr>
            <a:lvl8pPr lvl="7" rtl="0" algn="ctr">
              <a:lnSpc>
                <a:spcPct val="100000"/>
              </a:lnSpc>
              <a:spcBef>
                <a:spcPts val="0"/>
              </a:spcBef>
              <a:spcAft>
                <a:spcPts val="0"/>
              </a:spcAft>
              <a:buNone/>
              <a:defRPr sz="1500">
                <a:solidFill>
                  <a:schemeClr val="lt2"/>
                </a:solidFill>
              </a:defRPr>
            </a:lvl8pPr>
            <a:lvl9pPr lvl="8" rtl="0" algn="ctr">
              <a:lnSpc>
                <a:spcPct val="100000"/>
              </a:lnSpc>
              <a:spcBef>
                <a:spcPts val="0"/>
              </a:spcBef>
              <a:spcAft>
                <a:spcPts val="0"/>
              </a:spcAft>
              <a:buNone/>
              <a:defRPr sz="1500">
                <a:solidFill>
                  <a:schemeClr val="lt2"/>
                </a:solidFill>
              </a:defRPr>
            </a:lvl9pPr>
          </a:lstStyle>
          <a:p/>
        </p:txBody>
      </p:sp>
      <p:sp>
        <p:nvSpPr>
          <p:cNvPr id="396" name="Google Shape;396;p55"/>
          <p:cNvSpPr txBox="1"/>
          <p:nvPr>
            <p:ph idx="3" type="subTitle"/>
          </p:nvPr>
        </p:nvSpPr>
        <p:spPr>
          <a:xfrm>
            <a:off x="6725625" y="3176932"/>
            <a:ext cx="1764900" cy="9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500">
                <a:solidFill>
                  <a:schemeClr val="lt2"/>
                </a:solidFill>
                <a:latin typeface="Overpass Light"/>
                <a:ea typeface="Overpass Light"/>
                <a:cs typeface="Overpass Light"/>
                <a:sym typeface="Overpass Light"/>
              </a:defRPr>
            </a:lvl1pPr>
            <a:lvl2pPr lvl="1" rtl="0" algn="ctr">
              <a:lnSpc>
                <a:spcPct val="100000"/>
              </a:lnSpc>
              <a:spcBef>
                <a:spcPts val="0"/>
              </a:spcBef>
              <a:spcAft>
                <a:spcPts val="0"/>
              </a:spcAft>
              <a:buNone/>
              <a:defRPr sz="1500">
                <a:solidFill>
                  <a:schemeClr val="lt2"/>
                </a:solidFill>
              </a:defRPr>
            </a:lvl2pPr>
            <a:lvl3pPr lvl="2" rtl="0" algn="ctr">
              <a:lnSpc>
                <a:spcPct val="100000"/>
              </a:lnSpc>
              <a:spcBef>
                <a:spcPts val="0"/>
              </a:spcBef>
              <a:spcAft>
                <a:spcPts val="0"/>
              </a:spcAft>
              <a:buNone/>
              <a:defRPr sz="1500">
                <a:solidFill>
                  <a:schemeClr val="lt2"/>
                </a:solidFill>
              </a:defRPr>
            </a:lvl3pPr>
            <a:lvl4pPr lvl="3" rtl="0" algn="ctr">
              <a:lnSpc>
                <a:spcPct val="100000"/>
              </a:lnSpc>
              <a:spcBef>
                <a:spcPts val="0"/>
              </a:spcBef>
              <a:spcAft>
                <a:spcPts val="0"/>
              </a:spcAft>
              <a:buNone/>
              <a:defRPr sz="1500">
                <a:solidFill>
                  <a:schemeClr val="lt2"/>
                </a:solidFill>
              </a:defRPr>
            </a:lvl4pPr>
            <a:lvl5pPr lvl="4" rtl="0" algn="ctr">
              <a:lnSpc>
                <a:spcPct val="100000"/>
              </a:lnSpc>
              <a:spcBef>
                <a:spcPts val="0"/>
              </a:spcBef>
              <a:spcAft>
                <a:spcPts val="0"/>
              </a:spcAft>
              <a:buNone/>
              <a:defRPr sz="1500">
                <a:solidFill>
                  <a:schemeClr val="lt2"/>
                </a:solidFill>
              </a:defRPr>
            </a:lvl5pPr>
            <a:lvl6pPr lvl="5" rtl="0" algn="ctr">
              <a:lnSpc>
                <a:spcPct val="100000"/>
              </a:lnSpc>
              <a:spcBef>
                <a:spcPts val="0"/>
              </a:spcBef>
              <a:spcAft>
                <a:spcPts val="0"/>
              </a:spcAft>
              <a:buNone/>
              <a:defRPr sz="1500">
                <a:solidFill>
                  <a:schemeClr val="lt2"/>
                </a:solidFill>
              </a:defRPr>
            </a:lvl6pPr>
            <a:lvl7pPr lvl="6" rtl="0" algn="ctr">
              <a:lnSpc>
                <a:spcPct val="100000"/>
              </a:lnSpc>
              <a:spcBef>
                <a:spcPts val="0"/>
              </a:spcBef>
              <a:spcAft>
                <a:spcPts val="0"/>
              </a:spcAft>
              <a:buNone/>
              <a:defRPr sz="1500">
                <a:solidFill>
                  <a:schemeClr val="lt2"/>
                </a:solidFill>
              </a:defRPr>
            </a:lvl7pPr>
            <a:lvl8pPr lvl="7" rtl="0" algn="ctr">
              <a:lnSpc>
                <a:spcPct val="100000"/>
              </a:lnSpc>
              <a:spcBef>
                <a:spcPts val="0"/>
              </a:spcBef>
              <a:spcAft>
                <a:spcPts val="0"/>
              </a:spcAft>
              <a:buNone/>
              <a:defRPr sz="1500">
                <a:solidFill>
                  <a:schemeClr val="lt2"/>
                </a:solidFill>
              </a:defRPr>
            </a:lvl8pPr>
            <a:lvl9pPr lvl="8" rtl="0" algn="ctr">
              <a:lnSpc>
                <a:spcPct val="100000"/>
              </a:lnSpc>
              <a:spcBef>
                <a:spcPts val="0"/>
              </a:spcBef>
              <a:spcAft>
                <a:spcPts val="0"/>
              </a:spcAft>
              <a:buNone/>
              <a:defRPr sz="1500">
                <a:solidFill>
                  <a:schemeClr val="lt2"/>
                </a:solidFill>
              </a:defRPr>
            </a:lvl9pPr>
          </a:lstStyle>
          <a:p/>
        </p:txBody>
      </p:sp>
      <p:sp>
        <p:nvSpPr>
          <p:cNvPr id="397" name="Google Shape;397;p55"/>
          <p:cNvSpPr txBox="1"/>
          <p:nvPr>
            <p:ph idx="4" type="subTitle"/>
          </p:nvPr>
        </p:nvSpPr>
        <p:spPr>
          <a:xfrm>
            <a:off x="4710283" y="3176932"/>
            <a:ext cx="1764900" cy="9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solidFill>
                  <a:schemeClr val="lt1"/>
                </a:solidFill>
              </a:defRPr>
            </a:lvl2pPr>
            <a:lvl3pPr lvl="2" rtl="0" algn="ctr">
              <a:lnSpc>
                <a:spcPct val="100000"/>
              </a:lnSpc>
              <a:spcBef>
                <a:spcPts val="0"/>
              </a:spcBef>
              <a:spcAft>
                <a:spcPts val="0"/>
              </a:spcAft>
              <a:buNone/>
              <a:defRPr sz="1400">
                <a:solidFill>
                  <a:schemeClr val="lt1"/>
                </a:solidFill>
              </a:defRPr>
            </a:lvl3pPr>
            <a:lvl4pPr lvl="3" rtl="0" algn="ctr">
              <a:lnSpc>
                <a:spcPct val="100000"/>
              </a:lnSpc>
              <a:spcBef>
                <a:spcPts val="0"/>
              </a:spcBef>
              <a:spcAft>
                <a:spcPts val="0"/>
              </a:spcAft>
              <a:buNone/>
              <a:defRPr sz="1400">
                <a:solidFill>
                  <a:schemeClr val="lt1"/>
                </a:solidFill>
              </a:defRPr>
            </a:lvl4pPr>
            <a:lvl5pPr lvl="4" rtl="0" algn="ctr">
              <a:lnSpc>
                <a:spcPct val="100000"/>
              </a:lnSpc>
              <a:spcBef>
                <a:spcPts val="0"/>
              </a:spcBef>
              <a:spcAft>
                <a:spcPts val="0"/>
              </a:spcAft>
              <a:buNone/>
              <a:defRPr sz="1400">
                <a:solidFill>
                  <a:schemeClr val="lt1"/>
                </a:solidFill>
              </a:defRPr>
            </a:lvl5pPr>
            <a:lvl6pPr lvl="5" rtl="0" algn="ctr">
              <a:lnSpc>
                <a:spcPct val="100000"/>
              </a:lnSpc>
              <a:spcBef>
                <a:spcPts val="0"/>
              </a:spcBef>
              <a:spcAft>
                <a:spcPts val="0"/>
              </a:spcAft>
              <a:buNone/>
              <a:defRPr sz="1400">
                <a:solidFill>
                  <a:schemeClr val="lt1"/>
                </a:solidFill>
              </a:defRPr>
            </a:lvl6pPr>
            <a:lvl7pPr lvl="6" rtl="0" algn="ctr">
              <a:lnSpc>
                <a:spcPct val="100000"/>
              </a:lnSpc>
              <a:spcBef>
                <a:spcPts val="0"/>
              </a:spcBef>
              <a:spcAft>
                <a:spcPts val="0"/>
              </a:spcAft>
              <a:buNone/>
              <a:defRPr sz="1400">
                <a:solidFill>
                  <a:schemeClr val="lt1"/>
                </a:solidFill>
              </a:defRPr>
            </a:lvl7pPr>
            <a:lvl8pPr lvl="7" rtl="0" algn="ctr">
              <a:lnSpc>
                <a:spcPct val="100000"/>
              </a:lnSpc>
              <a:spcBef>
                <a:spcPts val="0"/>
              </a:spcBef>
              <a:spcAft>
                <a:spcPts val="0"/>
              </a:spcAft>
              <a:buNone/>
              <a:defRPr sz="1400">
                <a:solidFill>
                  <a:schemeClr val="lt1"/>
                </a:solidFill>
              </a:defRPr>
            </a:lvl8pPr>
            <a:lvl9pPr lvl="8" rtl="0" algn="ctr">
              <a:lnSpc>
                <a:spcPct val="100000"/>
              </a:lnSpc>
              <a:spcBef>
                <a:spcPts val="0"/>
              </a:spcBef>
              <a:spcAft>
                <a:spcPts val="0"/>
              </a:spcAft>
              <a:buNone/>
              <a:defRPr sz="1400">
                <a:solidFill>
                  <a:schemeClr val="lt1"/>
                </a:solidFill>
              </a:defRPr>
            </a:lvl9pPr>
          </a:lstStyle>
          <a:p/>
        </p:txBody>
      </p:sp>
      <p:sp>
        <p:nvSpPr>
          <p:cNvPr id="398" name="Google Shape;398;p55"/>
          <p:cNvSpPr txBox="1"/>
          <p:nvPr>
            <p:ph type="title"/>
          </p:nvPr>
        </p:nvSpPr>
        <p:spPr>
          <a:xfrm>
            <a:off x="1782363" y="321150"/>
            <a:ext cx="5580300" cy="634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 10">
  <p:cSld name="CUSTOM_2_1_1_1">
    <p:bg>
      <p:bgPr>
        <a:solidFill>
          <a:schemeClr val="dk1"/>
        </a:solidFill>
      </p:bgPr>
    </p:bg>
    <p:spTree>
      <p:nvGrpSpPr>
        <p:cNvPr id="399" name="Shape 399"/>
        <p:cNvGrpSpPr/>
        <p:nvPr/>
      </p:nvGrpSpPr>
      <p:grpSpPr>
        <a:xfrm>
          <a:off x="0" y="0"/>
          <a:ext cx="0" cy="0"/>
          <a:chOff x="0" y="0"/>
          <a:chExt cx="0" cy="0"/>
        </a:xfrm>
      </p:grpSpPr>
      <p:sp>
        <p:nvSpPr>
          <p:cNvPr id="400" name="Google Shape;400;p56"/>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6"/>
          <p:cNvSpPr txBox="1"/>
          <p:nvPr>
            <p:ph idx="1" type="subTitle"/>
          </p:nvPr>
        </p:nvSpPr>
        <p:spPr>
          <a:xfrm>
            <a:off x="5210075" y="2870672"/>
            <a:ext cx="1763100" cy="91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02" name="Google Shape;402;p56"/>
          <p:cNvSpPr txBox="1"/>
          <p:nvPr>
            <p:ph idx="2" type="subTitle"/>
          </p:nvPr>
        </p:nvSpPr>
        <p:spPr>
          <a:xfrm>
            <a:off x="5210075" y="3877838"/>
            <a:ext cx="1764900" cy="91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03" name="Google Shape;403;p56"/>
          <p:cNvSpPr txBox="1"/>
          <p:nvPr>
            <p:ph idx="3" type="subTitle"/>
          </p:nvPr>
        </p:nvSpPr>
        <p:spPr>
          <a:xfrm>
            <a:off x="5210075" y="837463"/>
            <a:ext cx="1764900" cy="91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04" name="Google Shape;404;p56"/>
          <p:cNvSpPr txBox="1"/>
          <p:nvPr>
            <p:ph idx="4" type="subTitle"/>
          </p:nvPr>
        </p:nvSpPr>
        <p:spPr>
          <a:xfrm>
            <a:off x="5210075" y="1849820"/>
            <a:ext cx="1764900" cy="91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05" name="Google Shape;405;p56"/>
          <p:cNvSpPr txBox="1"/>
          <p:nvPr>
            <p:ph type="title"/>
          </p:nvPr>
        </p:nvSpPr>
        <p:spPr>
          <a:xfrm>
            <a:off x="713225" y="1825729"/>
            <a:ext cx="2930400" cy="1464900"/>
          </a:xfrm>
          <a:prstGeom prst="rect">
            <a:avLst/>
          </a:prstGeom>
        </p:spPr>
        <p:txBody>
          <a:bodyPr anchorCtr="0" anchor="t" bIns="91425" lIns="91425" spcFirstLastPara="1" rIns="91425" wrap="square" tIns="91425">
            <a:noAutofit/>
          </a:bodyPr>
          <a:lstStyle>
            <a:lvl1pPr lvl="0" rtl="0">
              <a:spcBef>
                <a:spcPts val="0"/>
              </a:spcBef>
              <a:spcAft>
                <a:spcPts val="0"/>
              </a:spcAft>
              <a:buSzPts val="43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 11">
  <p:cSld name="CUSTOM_2_2">
    <p:spTree>
      <p:nvGrpSpPr>
        <p:cNvPr id="406" name="Shape 406"/>
        <p:cNvGrpSpPr/>
        <p:nvPr/>
      </p:nvGrpSpPr>
      <p:grpSpPr>
        <a:xfrm>
          <a:off x="0" y="0"/>
          <a:ext cx="0" cy="0"/>
          <a:chOff x="0" y="0"/>
          <a:chExt cx="0" cy="0"/>
        </a:xfrm>
      </p:grpSpPr>
      <p:sp>
        <p:nvSpPr>
          <p:cNvPr id="407" name="Google Shape;407;p57"/>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7"/>
          <p:cNvSpPr/>
          <p:nvPr/>
        </p:nvSpPr>
        <p:spPr>
          <a:xfrm rot="-5400000">
            <a:off x="791250" y="1657225"/>
            <a:ext cx="2261700" cy="381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09" name="Google Shape;409;p57"/>
          <p:cNvSpPr/>
          <p:nvPr/>
        </p:nvSpPr>
        <p:spPr>
          <a:xfrm rot="-5400000">
            <a:off x="6100626" y="-249300"/>
            <a:ext cx="2261700" cy="3840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cxnSp>
        <p:nvCxnSpPr>
          <p:cNvPr id="410" name="Google Shape;410;p57"/>
          <p:cNvCxnSpPr/>
          <p:nvPr/>
        </p:nvCxnSpPr>
        <p:spPr>
          <a:xfrm rot="10800000">
            <a:off x="102175" y="2435250"/>
            <a:ext cx="0" cy="2256600"/>
          </a:xfrm>
          <a:prstGeom prst="straightConnector1">
            <a:avLst/>
          </a:prstGeom>
          <a:noFill/>
          <a:ln cap="flat" cmpd="sng" w="19050">
            <a:solidFill>
              <a:schemeClr val="lt1"/>
            </a:solidFill>
            <a:prstDash val="solid"/>
            <a:round/>
            <a:headEnd len="med" w="med" type="none"/>
            <a:tailEnd len="med" w="med" type="none"/>
          </a:ln>
        </p:spPr>
      </p:cxnSp>
      <p:cxnSp>
        <p:nvCxnSpPr>
          <p:cNvPr id="411" name="Google Shape;411;p57"/>
          <p:cNvCxnSpPr/>
          <p:nvPr/>
        </p:nvCxnSpPr>
        <p:spPr>
          <a:xfrm rot="10800000">
            <a:off x="9042450" y="542550"/>
            <a:ext cx="0" cy="2256600"/>
          </a:xfrm>
          <a:prstGeom prst="straightConnector1">
            <a:avLst/>
          </a:prstGeom>
          <a:noFill/>
          <a:ln cap="flat" cmpd="sng" w="19050">
            <a:solidFill>
              <a:schemeClr val="lt1"/>
            </a:solidFill>
            <a:prstDash val="solid"/>
            <a:round/>
            <a:headEnd len="med" w="med" type="none"/>
            <a:tailEnd len="med" w="med" type="none"/>
          </a:ln>
        </p:spPr>
      </p:cxnSp>
      <p:sp>
        <p:nvSpPr>
          <p:cNvPr id="412" name="Google Shape;412;p57"/>
          <p:cNvSpPr txBox="1"/>
          <p:nvPr>
            <p:ph idx="1" type="subTitle"/>
          </p:nvPr>
        </p:nvSpPr>
        <p:spPr>
          <a:xfrm>
            <a:off x="638712" y="3695956"/>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13" name="Google Shape;413;p57"/>
          <p:cNvSpPr txBox="1"/>
          <p:nvPr>
            <p:ph idx="2" type="subTitle"/>
          </p:nvPr>
        </p:nvSpPr>
        <p:spPr>
          <a:xfrm>
            <a:off x="638700" y="2992465"/>
            <a:ext cx="28245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14" name="Google Shape;414;p57"/>
          <p:cNvSpPr txBox="1"/>
          <p:nvPr>
            <p:ph idx="3" type="subTitle"/>
          </p:nvPr>
        </p:nvSpPr>
        <p:spPr>
          <a:xfrm>
            <a:off x="638712" y="2708842"/>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15" name="Google Shape;415;p57"/>
          <p:cNvSpPr txBox="1"/>
          <p:nvPr>
            <p:ph idx="4" type="subTitle"/>
          </p:nvPr>
        </p:nvSpPr>
        <p:spPr>
          <a:xfrm>
            <a:off x="638700" y="3979363"/>
            <a:ext cx="28254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16" name="Google Shape;416;p57"/>
          <p:cNvSpPr txBox="1"/>
          <p:nvPr>
            <p:ph idx="5" type="subTitle"/>
          </p:nvPr>
        </p:nvSpPr>
        <p:spPr>
          <a:xfrm>
            <a:off x="5659138" y="817580"/>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17" name="Google Shape;417;p57"/>
          <p:cNvSpPr txBox="1"/>
          <p:nvPr>
            <p:ph idx="6" type="subTitle"/>
          </p:nvPr>
        </p:nvSpPr>
        <p:spPr>
          <a:xfrm>
            <a:off x="5659138" y="2085210"/>
            <a:ext cx="28254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18" name="Google Shape;418;p57"/>
          <p:cNvSpPr txBox="1"/>
          <p:nvPr>
            <p:ph idx="7" type="subTitle"/>
          </p:nvPr>
        </p:nvSpPr>
        <p:spPr>
          <a:xfrm>
            <a:off x="5659138" y="1804146"/>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19" name="Google Shape;419;p57"/>
          <p:cNvSpPr txBox="1"/>
          <p:nvPr>
            <p:ph idx="8" type="subTitle"/>
          </p:nvPr>
        </p:nvSpPr>
        <p:spPr>
          <a:xfrm>
            <a:off x="5659138" y="1100466"/>
            <a:ext cx="28254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20" name="Google Shape;420;p57"/>
          <p:cNvSpPr txBox="1"/>
          <p:nvPr>
            <p:ph type="title"/>
          </p:nvPr>
        </p:nvSpPr>
        <p:spPr>
          <a:xfrm>
            <a:off x="614437" y="321594"/>
            <a:ext cx="3834300" cy="599700"/>
          </a:xfrm>
          <a:prstGeom prst="rect">
            <a:avLst/>
          </a:prstGeom>
        </p:spPr>
        <p:txBody>
          <a:bodyPr anchorCtr="0" anchor="t" bIns="91425" lIns="91425" spcFirstLastPara="1" rIns="91425" wrap="square" tIns="91425">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 12">
  <p:cSld name="CUSTOM_2_2_1">
    <p:spTree>
      <p:nvGrpSpPr>
        <p:cNvPr id="421" name="Shape 421"/>
        <p:cNvGrpSpPr/>
        <p:nvPr/>
      </p:nvGrpSpPr>
      <p:grpSpPr>
        <a:xfrm>
          <a:off x="0" y="0"/>
          <a:ext cx="0" cy="0"/>
          <a:chOff x="0" y="0"/>
          <a:chExt cx="0" cy="0"/>
        </a:xfrm>
      </p:grpSpPr>
      <p:sp>
        <p:nvSpPr>
          <p:cNvPr id="422" name="Google Shape;422;p58"/>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8"/>
          <p:cNvSpPr txBox="1"/>
          <p:nvPr>
            <p:ph idx="1" type="subTitle"/>
          </p:nvPr>
        </p:nvSpPr>
        <p:spPr>
          <a:xfrm>
            <a:off x="2844037" y="1738336"/>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24" name="Google Shape;424;p58"/>
          <p:cNvSpPr txBox="1"/>
          <p:nvPr>
            <p:ph idx="2" type="subTitle"/>
          </p:nvPr>
        </p:nvSpPr>
        <p:spPr>
          <a:xfrm>
            <a:off x="766875" y="2110195"/>
            <a:ext cx="13806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25" name="Google Shape;425;p58"/>
          <p:cNvSpPr txBox="1"/>
          <p:nvPr>
            <p:ph idx="3" type="subTitle"/>
          </p:nvPr>
        </p:nvSpPr>
        <p:spPr>
          <a:xfrm>
            <a:off x="766887" y="1738347"/>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26" name="Google Shape;426;p58"/>
          <p:cNvSpPr txBox="1"/>
          <p:nvPr>
            <p:ph idx="4" type="subTitle"/>
          </p:nvPr>
        </p:nvSpPr>
        <p:spPr>
          <a:xfrm>
            <a:off x="2844025" y="2109968"/>
            <a:ext cx="13806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27" name="Google Shape;427;p58"/>
          <p:cNvSpPr txBox="1"/>
          <p:nvPr>
            <p:ph idx="5" type="subTitle"/>
          </p:nvPr>
        </p:nvSpPr>
        <p:spPr>
          <a:xfrm>
            <a:off x="4919363" y="1738346"/>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28" name="Google Shape;428;p58"/>
          <p:cNvSpPr txBox="1"/>
          <p:nvPr>
            <p:ph idx="6" type="subTitle"/>
          </p:nvPr>
        </p:nvSpPr>
        <p:spPr>
          <a:xfrm>
            <a:off x="6996513" y="2107626"/>
            <a:ext cx="13806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29" name="Google Shape;429;p58"/>
          <p:cNvSpPr txBox="1"/>
          <p:nvPr>
            <p:ph idx="7" type="subTitle"/>
          </p:nvPr>
        </p:nvSpPr>
        <p:spPr>
          <a:xfrm>
            <a:off x="6996513" y="1738336"/>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30" name="Google Shape;430;p58"/>
          <p:cNvSpPr txBox="1"/>
          <p:nvPr>
            <p:ph idx="8" type="subTitle"/>
          </p:nvPr>
        </p:nvSpPr>
        <p:spPr>
          <a:xfrm>
            <a:off x="4919363" y="2109457"/>
            <a:ext cx="13806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31" name="Google Shape;431;p58"/>
          <p:cNvSpPr txBox="1"/>
          <p:nvPr>
            <p:ph type="title"/>
          </p:nvPr>
        </p:nvSpPr>
        <p:spPr>
          <a:xfrm>
            <a:off x="2654850" y="321594"/>
            <a:ext cx="3834300" cy="59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432" name="Shape 432"/>
        <p:cNvGrpSpPr/>
        <p:nvPr/>
      </p:nvGrpSpPr>
      <p:grpSpPr>
        <a:xfrm>
          <a:off x="0" y="0"/>
          <a:ext cx="0" cy="0"/>
          <a:chOff x="0" y="0"/>
          <a:chExt cx="0" cy="0"/>
        </a:xfrm>
      </p:grpSpPr>
      <p:sp>
        <p:nvSpPr>
          <p:cNvPr id="433" name="Google Shape;433;p59"/>
          <p:cNvSpPr/>
          <p:nvPr/>
        </p:nvSpPr>
        <p:spPr>
          <a:xfrm>
            <a:off x="12520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59"/>
          <p:cNvSpPr/>
          <p:nvPr/>
        </p:nvSpPr>
        <p:spPr>
          <a:xfrm>
            <a:off x="2662900" y="1745225"/>
            <a:ext cx="3865500" cy="3461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59"/>
          <p:cNvSpPr txBox="1"/>
          <p:nvPr/>
        </p:nvSpPr>
        <p:spPr>
          <a:xfrm>
            <a:off x="3311250" y="3765800"/>
            <a:ext cx="2521500" cy="6042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lang="en" sz="1100">
                <a:solidFill>
                  <a:schemeClr val="lt1"/>
                </a:solidFill>
                <a:latin typeface="Overpass ExtraLight"/>
                <a:ea typeface="Overpass ExtraLight"/>
                <a:cs typeface="Overpass ExtraLight"/>
                <a:sym typeface="Overpass ExtraLight"/>
              </a:rPr>
              <a:t>CREDITS: This presentation template was created by</a:t>
            </a:r>
            <a:r>
              <a:rPr b="1" lang="en" sz="1100">
                <a:solidFill>
                  <a:schemeClr val="lt1"/>
                </a:solidFill>
                <a:latin typeface="Overpass"/>
                <a:ea typeface="Overpass"/>
                <a:cs typeface="Overpass"/>
                <a:sym typeface="Overpass"/>
              </a:rPr>
              <a:t> Slidesgo</a:t>
            </a:r>
            <a:r>
              <a:rPr lang="en" sz="1100">
                <a:solidFill>
                  <a:schemeClr val="lt1"/>
                </a:solidFill>
                <a:latin typeface="Overpass ExtraLight"/>
                <a:ea typeface="Overpass ExtraLight"/>
                <a:cs typeface="Overpass ExtraLight"/>
                <a:sym typeface="Overpass ExtraLight"/>
              </a:rPr>
              <a:t>, including icons by </a:t>
            </a:r>
            <a:r>
              <a:rPr b="1" lang="en" sz="1100">
                <a:solidFill>
                  <a:schemeClr val="lt1"/>
                </a:solidFill>
                <a:latin typeface="Overpass"/>
                <a:ea typeface="Overpass"/>
                <a:cs typeface="Overpass"/>
                <a:sym typeface="Overpass"/>
              </a:rPr>
              <a:t>Flaticon,</a:t>
            </a:r>
            <a:r>
              <a:rPr lang="en" sz="1100">
                <a:solidFill>
                  <a:schemeClr val="lt1"/>
                </a:solidFill>
                <a:latin typeface="Overpass ExtraLight"/>
                <a:ea typeface="Overpass ExtraLight"/>
                <a:cs typeface="Overpass ExtraLight"/>
                <a:sym typeface="Overpass ExtraLight"/>
              </a:rPr>
              <a:t> and infographics &amp; images by </a:t>
            </a:r>
            <a:r>
              <a:rPr b="1" lang="en" sz="1100">
                <a:solidFill>
                  <a:schemeClr val="lt1"/>
                </a:solidFill>
                <a:latin typeface="Overpass"/>
                <a:ea typeface="Overpass"/>
                <a:cs typeface="Overpass"/>
                <a:sym typeface="Overpass"/>
              </a:rPr>
              <a:t>Freepik. </a:t>
            </a:r>
            <a:endParaRPr b="1" sz="1100">
              <a:solidFill>
                <a:schemeClr val="lt1"/>
              </a:solidFill>
              <a:latin typeface="Overpass"/>
              <a:ea typeface="Overpass"/>
              <a:cs typeface="Overpass"/>
              <a:sym typeface="Overpass"/>
            </a:endParaRPr>
          </a:p>
        </p:txBody>
      </p:sp>
      <p:sp>
        <p:nvSpPr>
          <p:cNvPr id="436" name="Google Shape;436;p59"/>
          <p:cNvSpPr txBox="1"/>
          <p:nvPr>
            <p:ph type="title"/>
          </p:nvPr>
        </p:nvSpPr>
        <p:spPr>
          <a:xfrm>
            <a:off x="2680525" y="663091"/>
            <a:ext cx="3834300" cy="103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300"/>
              <a:buNone/>
              <a:defRPr sz="8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7" name="Google Shape;437;p59"/>
          <p:cNvSpPr txBox="1"/>
          <p:nvPr>
            <p:ph idx="1" type="subTitle"/>
          </p:nvPr>
        </p:nvSpPr>
        <p:spPr>
          <a:xfrm>
            <a:off x="2773100" y="1898029"/>
            <a:ext cx="3571500" cy="120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lt2"/>
                </a:solidFill>
                <a:latin typeface="Overpass Light"/>
                <a:ea typeface="Overpass Light"/>
                <a:cs typeface="Overpass Light"/>
                <a:sym typeface="Overpass Light"/>
              </a:defRPr>
            </a:lvl1pPr>
            <a:lvl2pPr lvl="1" rtl="0" algn="ctr">
              <a:lnSpc>
                <a:spcPct val="100000"/>
              </a:lnSpc>
              <a:spcBef>
                <a:spcPts val="0"/>
              </a:spcBef>
              <a:spcAft>
                <a:spcPts val="0"/>
              </a:spcAft>
              <a:buNone/>
              <a:defRPr sz="1400">
                <a:solidFill>
                  <a:schemeClr val="lt2"/>
                </a:solidFill>
              </a:defRPr>
            </a:lvl2pPr>
            <a:lvl3pPr lvl="2" rtl="0" algn="ctr">
              <a:lnSpc>
                <a:spcPct val="100000"/>
              </a:lnSpc>
              <a:spcBef>
                <a:spcPts val="0"/>
              </a:spcBef>
              <a:spcAft>
                <a:spcPts val="0"/>
              </a:spcAft>
              <a:buNone/>
              <a:defRPr sz="1400">
                <a:solidFill>
                  <a:schemeClr val="lt2"/>
                </a:solidFill>
              </a:defRPr>
            </a:lvl3pPr>
            <a:lvl4pPr lvl="3" rtl="0" algn="ctr">
              <a:lnSpc>
                <a:spcPct val="100000"/>
              </a:lnSpc>
              <a:spcBef>
                <a:spcPts val="0"/>
              </a:spcBef>
              <a:spcAft>
                <a:spcPts val="0"/>
              </a:spcAft>
              <a:buNone/>
              <a:defRPr sz="1400">
                <a:solidFill>
                  <a:schemeClr val="lt2"/>
                </a:solidFill>
              </a:defRPr>
            </a:lvl4pPr>
            <a:lvl5pPr lvl="4" rtl="0" algn="ctr">
              <a:lnSpc>
                <a:spcPct val="100000"/>
              </a:lnSpc>
              <a:spcBef>
                <a:spcPts val="0"/>
              </a:spcBef>
              <a:spcAft>
                <a:spcPts val="0"/>
              </a:spcAft>
              <a:buNone/>
              <a:defRPr sz="1400">
                <a:solidFill>
                  <a:schemeClr val="lt2"/>
                </a:solidFill>
              </a:defRPr>
            </a:lvl5pPr>
            <a:lvl6pPr lvl="5" rtl="0" algn="ctr">
              <a:lnSpc>
                <a:spcPct val="100000"/>
              </a:lnSpc>
              <a:spcBef>
                <a:spcPts val="0"/>
              </a:spcBef>
              <a:spcAft>
                <a:spcPts val="0"/>
              </a:spcAft>
              <a:buNone/>
              <a:defRPr sz="1400">
                <a:solidFill>
                  <a:schemeClr val="lt2"/>
                </a:solidFill>
              </a:defRPr>
            </a:lvl6pPr>
            <a:lvl7pPr lvl="6" rtl="0" algn="ctr">
              <a:lnSpc>
                <a:spcPct val="100000"/>
              </a:lnSpc>
              <a:spcBef>
                <a:spcPts val="0"/>
              </a:spcBef>
              <a:spcAft>
                <a:spcPts val="0"/>
              </a:spcAft>
              <a:buNone/>
              <a:defRPr sz="1400">
                <a:solidFill>
                  <a:schemeClr val="lt2"/>
                </a:solidFill>
              </a:defRPr>
            </a:lvl7pPr>
            <a:lvl8pPr lvl="7" rtl="0" algn="ctr">
              <a:lnSpc>
                <a:spcPct val="100000"/>
              </a:lnSpc>
              <a:spcBef>
                <a:spcPts val="0"/>
              </a:spcBef>
              <a:spcAft>
                <a:spcPts val="0"/>
              </a:spcAft>
              <a:buNone/>
              <a:defRPr sz="1400">
                <a:solidFill>
                  <a:schemeClr val="lt2"/>
                </a:solidFill>
              </a:defRPr>
            </a:lvl8pPr>
            <a:lvl9pPr lvl="8" rtl="0" algn="ctr">
              <a:lnSpc>
                <a:spcPct val="100000"/>
              </a:lnSpc>
              <a:spcBef>
                <a:spcPts val="0"/>
              </a:spcBef>
              <a:spcAft>
                <a:spcPts val="0"/>
              </a:spcAft>
              <a:buNone/>
              <a:defRPr sz="1400">
                <a:solidFill>
                  <a:schemeClr val="lt2"/>
                </a:solidFill>
              </a:defRPr>
            </a:lvl9pPr>
          </a:lstStyle>
          <a:p/>
        </p:txBody>
      </p:sp>
      <p:cxnSp>
        <p:nvCxnSpPr>
          <p:cNvPr id="438" name="Google Shape;438;p59"/>
          <p:cNvCxnSpPr/>
          <p:nvPr/>
        </p:nvCxnSpPr>
        <p:spPr>
          <a:xfrm>
            <a:off x="2661313" y="5037300"/>
            <a:ext cx="38727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_1_1_1_1">
    <p:bg>
      <p:bgPr>
        <a:solidFill>
          <a:schemeClr val="dk1"/>
        </a:solidFill>
      </p:bgPr>
    </p:bg>
    <p:spTree>
      <p:nvGrpSpPr>
        <p:cNvPr id="439" name="Shape 439"/>
        <p:cNvGrpSpPr/>
        <p:nvPr/>
      </p:nvGrpSpPr>
      <p:grpSpPr>
        <a:xfrm>
          <a:off x="0" y="0"/>
          <a:ext cx="0" cy="0"/>
          <a:chOff x="0" y="0"/>
          <a:chExt cx="0" cy="0"/>
        </a:xfrm>
      </p:grpSpPr>
      <p:sp>
        <p:nvSpPr>
          <p:cNvPr id="440" name="Google Shape;440;p60"/>
          <p:cNvSpPr/>
          <p:nvPr/>
        </p:nvSpPr>
        <p:spPr>
          <a:xfrm>
            <a:off x="101550" y="106200"/>
            <a:ext cx="8940900" cy="49311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2_2_1_1">
    <p:spTree>
      <p:nvGrpSpPr>
        <p:cNvPr id="441" name="Shape 441"/>
        <p:cNvGrpSpPr/>
        <p:nvPr/>
      </p:nvGrpSpPr>
      <p:grpSpPr>
        <a:xfrm>
          <a:off x="0" y="0"/>
          <a:ext cx="0" cy="0"/>
          <a:chOff x="0" y="0"/>
          <a:chExt cx="0" cy="0"/>
        </a:xfrm>
      </p:grpSpPr>
      <p:sp>
        <p:nvSpPr>
          <p:cNvPr id="442" name="Google Shape;442;p61"/>
          <p:cNvSpPr/>
          <p:nvPr/>
        </p:nvSpPr>
        <p:spPr>
          <a:xfrm>
            <a:off x="101550" y="106200"/>
            <a:ext cx="8940900" cy="4931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1"/>
          <p:cNvSpPr txBox="1"/>
          <p:nvPr>
            <p:ph idx="1" type="subTitle"/>
          </p:nvPr>
        </p:nvSpPr>
        <p:spPr>
          <a:xfrm>
            <a:off x="2844037" y="1738336"/>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44" name="Google Shape;444;p61"/>
          <p:cNvSpPr txBox="1"/>
          <p:nvPr>
            <p:ph idx="2" type="subTitle"/>
          </p:nvPr>
        </p:nvSpPr>
        <p:spPr>
          <a:xfrm>
            <a:off x="766875" y="2110195"/>
            <a:ext cx="13806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45" name="Google Shape;445;p61"/>
          <p:cNvSpPr txBox="1"/>
          <p:nvPr>
            <p:ph idx="3" type="subTitle"/>
          </p:nvPr>
        </p:nvSpPr>
        <p:spPr>
          <a:xfrm>
            <a:off x="766887" y="1738347"/>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46" name="Google Shape;446;p61"/>
          <p:cNvSpPr txBox="1"/>
          <p:nvPr>
            <p:ph idx="4" type="subTitle"/>
          </p:nvPr>
        </p:nvSpPr>
        <p:spPr>
          <a:xfrm>
            <a:off x="2844025" y="2109968"/>
            <a:ext cx="13806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47" name="Google Shape;447;p61"/>
          <p:cNvSpPr txBox="1"/>
          <p:nvPr>
            <p:ph idx="5" type="subTitle"/>
          </p:nvPr>
        </p:nvSpPr>
        <p:spPr>
          <a:xfrm>
            <a:off x="4919363" y="1738346"/>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48" name="Google Shape;448;p61"/>
          <p:cNvSpPr txBox="1"/>
          <p:nvPr>
            <p:ph idx="6" type="subTitle"/>
          </p:nvPr>
        </p:nvSpPr>
        <p:spPr>
          <a:xfrm>
            <a:off x="6996513" y="2107626"/>
            <a:ext cx="13806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449" name="Google Shape;449;p61"/>
          <p:cNvSpPr txBox="1"/>
          <p:nvPr>
            <p:ph idx="7" type="subTitle"/>
          </p:nvPr>
        </p:nvSpPr>
        <p:spPr>
          <a:xfrm>
            <a:off x="6996513" y="1738336"/>
            <a:ext cx="1378800" cy="30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200">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p:txBody>
      </p:sp>
      <p:sp>
        <p:nvSpPr>
          <p:cNvPr id="450" name="Google Shape;450;p61"/>
          <p:cNvSpPr txBox="1"/>
          <p:nvPr>
            <p:ph idx="8" type="subTitle"/>
          </p:nvPr>
        </p:nvSpPr>
        <p:spPr>
          <a:xfrm>
            <a:off x="4919363" y="2109457"/>
            <a:ext cx="1380600" cy="43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1" Type="http://schemas.openxmlformats.org/officeDocument/2006/relationships/theme" Target="../theme/theme2.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300"/>
              <a:buFont typeface="Bebas Neue"/>
              <a:buNone/>
              <a:defRPr b="1" sz="4300">
                <a:solidFill>
                  <a:schemeClr val="dk1"/>
                </a:solidFill>
                <a:latin typeface="Bebas Neue"/>
                <a:ea typeface="Bebas Neue"/>
                <a:cs typeface="Bebas Neue"/>
                <a:sym typeface="Bebas Neu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6234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verpass"/>
              <a:buChar char="●"/>
              <a:defRPr sz="1800">
                <a:solidFill>
                  <a:schemeClr val="dk1"/>
                </a:solidFill>
                <a:latin typeface="Overpass"/>
                <a:ea typeface="Overpass"/>
                <a:cs typeface="Overpass"/>
                <a:sym typeface="Overpass"/>
              </a:defRPr>
            </a:lvl1pPr>
            <a:lvl2pPr indent="-317500" lvl="1" marL="9144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2pPr>
            <a:lvl3pPr indent="-317500" lvl="2" marL="13716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3pPr>
            <a:lvl4pPr indent="-317500" lvl="3" marL="18288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4pPr>
            <a:lvl5pPr indent="-317500" lvl="4" marL="22860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5pPr>
            <a:lvl6pPr indent="-317500" lvl="5" marL="27432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6pPr>
            <a:lvl7pPr indent="-317500" lvl="6" marL="32004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7pPr>
            <a:lvl8pPr indent="-317500" lvl="7" marL="36576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8pPr>
            <a:lvl9pPr indent="-317500" lvl="8" marL="4114800">
              <a:lnSpc>
                <a:spcPct val="115000"/>
              </a:lnSpc>
              <a:spcBef>
                <a:spcPts val="1600"/>
              </a:spcBef>
              <a:spcAft>
                <a:spcPts val="1600"/>
              </a:spcAft>
              <a:buClr>
                <a:schemeClr val="dk1"/>
              </a:buClr>
              <a:buSzPts val="1400"/>
              <a:buFont typeface="Overpass"/>
              <a:buChar char="■"/>
              <a:defRPr>
                <a:solidFill>
                  <a:schemeClr val="dk1"/>
                </a:solidFill>
                <a:latin typeface="Overpass"/>
                <a:ea typeface="Overpass"/>
                <a:cs typeface="Overpass"/>
                <a:sym typeface="Overpas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2"/>
          <p:cNvSpPr txBox="1"/>
          <p:nvPr>
            <p:ph idx="1" type="subTitle"/>
          </p:nvPr>
        </p:nvSpPr>
        <p:spPr>
          <a:xfrm>
            <a:off x="1254575" y="3032100"/>
            <a:ext cx="6318600" cy="140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Vamshi Bachu,21mcme03</a:t>
            </a:r>
            <a:endParaRPr/>
          </a:p>
          <a:p>
            <a:pPr indent="0" lvl="0" marL="0" rtl="0" algn="ctr">
              <a:spcBef>
                <a:spcPts val="0"/>
              </a:spcBef>
              <a:spcAft>
                <a:spcPts val="0"/>
              </a:spcAft>
              <a:buNone/>
            </a:pPr>
            <a:r>
              <a:rPr lang="en" sz="2200"/>
              <a:t> Supervisor : Prof. Salman Abdul Moiz</a:t>
            </a:r>
            <a:endParaRPr sz="2200"/>
          </a:p>
          <a:p>
            <a:pPr indent="0" lvl="0" marL="0" rtl="0" algn="ctr">
              <a:spcBef>
                <a:spcPts val="0"/>
              </a:spcBef>
              <a:spcAft>
                <a:spcPts val="0"/>
              </a:spcAft>
              <a:buNone/>
            </a:pPr>
            <a:r>
              <a:rPr lang="en" sz="2200"/>
              <a:t>School of Computer and Information Sciences</a:t>
            </a:r>
            <a:endParaRPr sz="2200"/>
          </a:p>
          <a:p>
            <a:pPr indent="0" lvl="0" marL="0" rtl="0" algn="ctr">
              <a:spcBef>
                <a:spcPts val="0"/>
              </a:spcBef>
              <a:spcAft>
                <a:spcPts val="0"/>
              </a:spcAft>
              <a:buNone/>
            </a:pPr>
            <a:r>
              <a:rPr lang="en" sz="2200"/>
              <a:t>University Of Hyderabad</a:t>
            </a:r>
            <a:endParaRPr sz="2200"/>
          </a:p>
          <a:p>
            <a:pPr indent="0" lvl="0" marL="0" rtl="0" algn="l">
              <a:spcBef>
                <a:spcPts val="0"/>
              </a:spcBef>
              <a:spcAft>
                <a:spcPts val="0"/>
              </a:spcAft>
              <a:buNone/>
            </a:pPr>
            <a:r>
              <a:t/>
            </a:r>
            <a:endParaRPr/>
          </a:p>
        </p:txBody>
      </p:sp>
      <p:sp>
        <p:nvSpPr>
          <p:cNvPr id="456" name="Google Shape;456;p62"/>
          <p:cNvSpPr txBox="1"/>
          <p:nvPr>
            <p:ph type="ctrTitle"/>
          </p:nvPr>
        </p:nvSpPr>
        <p:spPr>
          <a:xfrm>
            <a:off x="1712475" y="0"/>
            <a:ext cx="7005600" cy="303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Ensemble Deep Learning Framework for Code Smell Detection</a:t>
            </a:r>
            <a:endParaRPr sz="4200"/>
          </a:p>
          <a:p>
            <a:pPr indent="0" lvl="0" marL="0" rtl="0" algn="ctr">
              <a:spcBef>
                <a:spcPts val="0"/>
              </a:spcBef>
              <a:spcAft>
                <a:spcPts val="0"/>
              </a:spcAft>
              <a:buClr>
                <a:schemeClr val="dk1"/>
              </a:buClr>
              <a:buSzPts val="1100"/>
              <a:buFont typeface="Arial"/>
              <a:buNone/>
            </a:pPr>
            <a:r>
              <a:t/>
            </a:r>
            <a:endParaRPr sz="100">
              <a:solidFill>
                <a:schemeClr val="lt1"/>
              </a:solidFill>
            </a:endParaRPr>
          </a:p>
          <a:p>
            <a:pPr indent="0" lvl="0" marL="0" rtl="0" algn="ctr">
              <a:spcBef>
                <a:spcPts val="0"/>
              </a:spcBef>
              <a:spcAft>
                <a:spcPts val="0"/>
              </a:spcAft>
              <a:buClr>
                <a:schemeClr val="dk1"/>
              </a:buClr>
              <a:buSzPts val="1100"/>
              <a:buFont typeface="Arial"/>
              <a:buNone/>
            </a:pPr>
            <a:r>
              <a:t/>
            </a:r>
            <a:endParaRPr sz="100">
              <a:solidFill>
                <a:schemeClr val="lt1"/>
              </a:solidFill>
            </a:endParaRPr>
          </a:p>
          <a:p>
            <a:pPr indent="457200" lvl="0" marL="2743200" rtl="0" algn="l">
              <a:spcBef>
                <a:spcPts val="0"/>
              </a:spcBef>
              <a:spcAft>
                <a:spcPts val="0"/>
              </a:spcAft>
              <a:buClr>
                <a:schemeClr val="dk1"/>
              </a:buClr>
              <a:buSzPts val="1100"/>
              <a:buFont typeface="Arial"/>
              <a:buNone/>
            </a:pPr>
            <a:r>
              <a:rPr lang="en" sz="400">
                <a:solidFill>
                  <a:schemeClr val="lt1"/>
                </a:solidFill>
              </a:rPr>
              <a:t>Prof. </a:t>
            </a:r>
            <a:r>
              <a:rPr b="0" lang="en" sz="400">
                <a:solidFill>
                  <a:schemeClr val="lt1"/>
                </a:solidFill>
              </a:rPr>
              <a:t>Salman Abdul Moiz</a:t>
            </a:r>
            <a:endParaRPr b="0" sz="400">
              <a:solidFill>
                <a:schemeClr val="lt1"/>
              </a:solidFill>
            </a:endParaRPr>
          </a:p>
          <a:p>
            <a:pPr indent="0" lvl="0" marL="0" rtl="0" algn="ctr">
              <a:spcBef>
                <a:spcPts val="0"/>
              </a:spcBef>
              <a:spcAft>
                <a:spcPts val="0"/>
              </a:spcAft>
              <a:buClr>
                <a:schemeClr val="dk1"/>
              </a:buClr>
              <a:buSzPts val="1100"/>
              <a:buFont typeface="Arial"/>
              <a:buNone/>
            </a:pPr>
            <a:r>
              <a:t/>
            </a:r>
            <a:endParaRPr sz="100">
              <a:solidFill>
                <a:schemeClr val="lt1"/>
              </a:solidFill>
            </a:endParaRPr>
          </a:p>
        </p:txBody>
      </p:sp>
      <p:pic>
        <p:nvPicPr>
          <p:cNvPr id="457" name="Google Shape;457;p62"/>
          <p:cNvPicPr preferRelativeResize="0"/>
          <p:nvPr/>
        </p:nvPicPr>
        <p:blipFill>
          <a:blip r:embed="rId3">
            <a:alphaModFix/>
          </a:blip>
          <a:stretch>
            <a:fillRect/>
          </a:stretch>
        </p:blipFill>
        <p:spPr>
          <a:xfrm>
            <a:off x="325600" y="519775"/>
            <a:ext cx="1661575" cy="1661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3"/>
          <p:cNvSpPr txBox="1"/>
          <p:nvPr>
            <p:ph type="title"/>
          </p:nvPr>
        </p:nvSpPr>
        <p:spPr>
          <a:xfrm>
            <a:off x="2700800" y="268243"/>
            <a:ext cx="3852000" cy="72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Table of contents</a:t>
            </a:r>
            <a:endParaRPr>
              <a:solidFill>
                <a:schemeClr val="lt1"/>
              </a:solidFill>
            </a:endParaRPr>
          </a:p>
        </p:txBody>
      </p:sp>
      <p:cxnSp>
        <p:nvCxnSpPr>
          <p:cNvPr id="463" name="Google Shape;463;p63"/>
          <p:cNvCxnSpPr/>
          <p:nvPr/>
        </p:nvCxnSpPr>
        <p:spPr>
          <a:xfrm>
            <a:off x="9044950" y="1353300"/>
            <a:ext cx="0" cy="444900"/>
          </a:xfrm>
          <a:prstGeom prst="straightConnector1">
            <a:avLst/>
          </a:prstGeom>
          <a:noFill/>
          <a:ln cap="flat" cmpd="sng" w="19050">
            <a:solidFill>
              <a:schemeClr val="lt1"/>
            </a:solidFill>
            <a:prstDash val="solid"/>
            <a:round/>
            <a:headEnd len="med" w="med" type="none"/>
            <a:tailEnd len="med" w="med" type="none"/>
          </a:ln>
        </p:spPr>
      </p:cxnSp>
      <p:cxnSp>
        <p:nvCxnSpPr>
          <p:cNvPr id="464" name="Google Shape;464;p63"/>
          <p:cNvCxnSpPr/>
          <p:nvPr/>
        </p:nvCxnSpPr>
        <p:spPr>
          <a:xfrm>
            <a:off x="9044950" y="3253225"/>
            <a:ext cx="0" cy="444900"/>
          </a:xfrm>
          <a:prstGeom prst="straightConnector1">
            <a:avLst/>
          </a:prstGeom>
          <a:noFill/>
          <a:ln cap="flat" cmpd="sng" w="19050">
            <a:solidFill>
              <a:schemeClr val="lt1"/>
            </a:solidFill>
            <a:prstDash val="solid"/>
            <a:round/>
            <a:headEnd len="med" w="med" type="none"/>
            <a:tailEnd len="med" w="med" type="none"/>
          </a:ln>
        </p:spPr>
      </p:cxnSp>
      <p:sp>
        <p:nvSpPr>
          <p:cNvPr id="465" name="Google Shape;465;p63"/>
          <p:cNvSpPr txBox="1"/>
          <p:nvPr/>
        </p:nvSpPr>
        <p:spPr>
          <a:xfrm>
            <a:off x="279600" y="1098300"/>
            <a:ext cx="6818400" cy="39867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Introduction</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Types of Smells</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Motivation and Existing Approaches</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Machine Learning–Based Baseline Experiments</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Machine learning Results comparison</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The Gap and The solution</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Ensemble results</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Top performers</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Precision and recall trade-off</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Key insights</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Where are we lagging ?</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Conclusion </a:t>
            </a:r>
            <a:endParaRPr sz="1900">
              <a:latin typeface="Overpass"/>
              <a:ea typeface="Overpass"/>
              <a:cs typeface="Overpass"/>
              <a:sym typeface="Overpass"/>
            </a:endParaRPr>
          </a:p>
          <a:p>
            <a:pPr indent="-349250" lvl="0" marL="457200" rtl="0" algn="l">
              <a:spcBef>
                <a:spcPts val="0"/>
              </a:spcBef>
              <a:spcAft>
                <a:spcPts val="0"/>
              </a:spcAft>
              <a:buSzPts val="1900"/>
              <a:buFont typeface="Overpass"/>
              <a:buChar char="●"/>
            </a:pPr>
            <a:r>
              <a:rPr lang="en" sz="1900">
                <a:latin typeface="Overpass"/>
                <a:ea typeface="Overpass"/>
                <a:cs typeface="Overpass"/>
                <a:sym typeface="Overpass"/>
              </a:rPr>
              <a:t>future work </a:t>
            </a:r>
            <a:endParaRPr sz="1900">
              <a:latin typeface="Overpass"/>
              <a:ea typeface="Overpass"/>
              <a:cs typeface="Overpass"/>
              <a:sym typeface="Overpass"/>
            </a:endParaRPr>
          </a:p>
        </p:txBody>
      </p:sp>
      <p:sp>
        <p:nvSpPr>
          <p:cNvPr id="466" name="Google Shape;466;p63"/>
          <p:cNvSpPr/>
          <p:nvPr/>
        </p:nvSpPr>
        <p:spPr>
          <a:xfrm>
            <a:off x="106800" y="107300"/>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3"/>
          <p:cNvSpPr txBox="1"/>
          <p:nvPr/>
        </p:nvSpPr>
        <p:spPr>
          <a:xfrm>
            <a:off x="1342200" y="183650"/>
            <a:ext cx="6459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600">
                <a:solidFill>
                  <a:schemeClr val="lt1"/>
                </a:solidFill>
                <a:latin typeface="Bebas Neue"/>
                <a:ea typeface="Bebas Neue"/>
                <a:cs typeface="Bebas Neue"/>
                <a:sym typeface="Bebas Neue"/>
              </a:rPr>
              <a:t>TABLE OF CONTENTS</a:t>
            </a:r>
            <a:endParaRPr sz="4600">
              <a:solidFill>
                <a:schemeClr val="lt1"/>
              </a:solidFill>
              <a:latin typeface="Bebas Neue"/>
              <a:ea typeface="Bebas Neue"/>
              <a:cs typeface="Bebas Neue"/>
              <a:sym typeface="Bebas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4"/>
          <p:cNvSpPr txBox="1"/>
          <p:nvPr>
            <p:ph idx="1" type="subTitle"/>
          </p:nvPr>
        </p:nvSpPr>
        <p:spPr>
          <a:xfrm>
            <a:off x="593925"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473" name="Google Shape;473;p64"/>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4"/>
          <p:cNvSpPr txBox="1"/>
          <p:nvPr/>
        </p:nvSpPr>
        <p:spPr>
          <a:xfrm>
            <a:off x="2485025" y="94125"/>
            <a:ext cx="6733200" cy="10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200">
                <a:solidFill>
                  <a:schemeClr val="lt1"/>
                </a:solidFill>
                <a:latin typeface="Bebas Neue"/>
                <a:ea typeface="Bebas Neue"/>
                <a:cs typeface="Bebas Neue"/>
                <a:sym typeface="Bebas Neue"/>
              </a:rPr>
              <a:t>     Introduction</a:t>
            </a:r>
            <a:endParaRPr sz="5200">
              <a:solidFill>
                <a:schemeClr val="lt1"/>
              </a:solidFill>
              <a:latin typeface="Bebas Neue"/>
              <a:ea typeface="Bebas Neue"/>
              <a:cs typeface="Bebas Neue"/>
              <a:sym typeface="Bebas Neue"/>
            </a:endParaRPr>
          </a:p>
        </p:txBody>
      </p:sp>
      <p:sp>
        <p:nvSpPr>
          <p:cNvPr id="475" name="Google Shape;475;p64"/>
          <p:cNvSpPr txBox="1"/>
          <p:nvPr/>
        </p:nvSpPr>
        <p:spPr>
          <a:xfrm>
            <a:off x="414000" y="1562775"/>
            <a:ext cx="86658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solidFill>
                  <a:schemeClr val="dk1"/>
                </a:solidFill>
                <a:latin typeface="Overpass"/>
                <a:ea typeface="Overpass"/>
                <a:cs typeface="Overpass"/>
                <a:sym typeface="Overpass"/>
              </a:rPr>
              <a:t>A software smell indicates suboptimal design, hindering understanding and increasing the risk of changes and faults.</a:t>
            </a:r>
            <a:endParaRPr sz="2600">
              <a:solidFill>
                <a:schemeClr val="dk1"/>
              </a:solidFill>
              <a:latin typeface="Overpass"/>
              <a:ea typeface="Overpass"/>
              <a:cs typeface="Overpass"/>
              <a:sym typeface="Overpass"/>
            </a:endParaRPr>
          </a:p>
          <a:p>
            <a:pPr indent="0" lvl="0" marL="0" rtl="0" algn="l">
              <a:spcBef>
                <a:spcPts val="0"/>
              </a:spcBef>
              <a:spcAft>
                <a:spcPts val="0"/>
              </a:spcAft>
              <a:buNone/>
            </a:pPr>
            <a:r>
              <a:t/>
            </a:r>
            <a:endParaRPr sz="2600">
              <a:solidFill>
                <a:schemeClr val="dk1"/>
              </a:solidFill>
              <a:latin typeface="Overpass"/>
              <a:ea typeface="Overpass"/>
              <a:cs typeface="Overpass"/>
              <a:sym typeface="Overpass"/>
            </a:endParaRPr>
          </a:p>
          <a:p>
            <a:pPr indent="0" lvl="0" marL="0" rtl="0" algn="l">
              <a:spcBef>
                <a:spcPts val="0"/>
              </a:spcBef>
              <a:spcAft>
                <a:spcPts val="0"/>
              </a:spcAft>
              <a:buNone/>
            </a:pPr>
            <a:r>
              <a:rPr lang="en" sz="2600">
                <a:solidFill>
                  <a:schemeClr val="dk1"/>
                </a:solidFill>
                <a:latin typeface="Overpass"/>
                <a:ea typeface="Overpass"/>
                <a:cs typeface="Overpass"/>
                <a:sym typeface="Overpass"/>
              </a:rPr>
              <a:t>Identifying all code issues at an early stage of the software development process helps to improve software quality.</a:t>
            </a:r>
            <a:endParaRPr sz="2600">
              <a:solidFill>
                <a:schemeClr val="dk1"/>
              </a:solidFill>
              <a:latin typeface="Overpass"/>
              <a:ea typeface="Overpass"/>
              <a:cs typeface="Overpass"/>
              <a:sym typeface="Overpas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5"/>
          <p:cNvSpPr txBox="1"/>
          <p:nvPr>
            <p:ph idx="1" type="subTitle"/>
          </p:nvPr>
        </p:nvSpPr>
        <p:spPr>
          <a:xfrm>
            <a:off x="593925"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481" name="Google Shape;481;p65"/>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65"/>
          <p:cNvSpPr txBox="1"/>
          <p:nvPr/>
        </p:nvSpPr>
        <p:spPr>
          <a:xfrm>
            <a:off x="2485025" y="94125"/>
            <a:ext cx="6733200" cy="10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200">
                <a:solidFill>
                  <a:schemeClr val="lt1"/>
                </a:solidFill>
                <a:latin typeface="Bebas Neue"/>
                <a:ea typeface="Bebas Neue"/>
                <a:cs typeface="Bebas Neue"/>
                <a:sym typeface="Bebas Neue"/>
              </a:rPr>
              <a:t>Types of Smells</a:t>
            </a:r>
            <a:endParaRPr sz="5200">
              <a:solidFill>
                <a:schemeClr val="lt1"/>
              </a:solidFill>
              <a:latin typeface="Bebas Neue"/>
              <a:ea typeface="Bebas Neue"/>
              <a:cs typeface="Bebas Neue"/>
              <a:sym typeface="Bebas Neue"/>
            </a:endParaRPr>
          </a:p>
        </p:txBody>
      </p:sp>
      <p:sp>
        <p:nvSpPr>
          <p:cNvPr id="483" name="Google Shape;483;p65"/>
          <p:cNvSpPr txBox="1"/>
          <p:nvPr/>
        </p:nvSpPr>
        <p:spPr>
          <a:xfrm>
            <a:off x="378300" y="1394900"/>
            <a:ext cx="8658900" cy="49872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Overpass"/>
              <a:buChar char="●"/>
            </a:pPr>
            <a:r>
              <a:rPr b="1" lang="en" sz="2400">
                <a:solidFill>
                  <a:schemeClr val="dk1"/>
                </a:solidFill>
                <a:latin typeface="Overpass"/>
                <a:ea typeface="Overpass"/>
                <a:cs typeface="Overpass"/>
                <a:sym typeface="Overpass"/>
              </a:rPr>
              <a:t>Long Method </a:t>
            </a:r>
            <a:r>
              <a:rPr lang="en" sz="2400">
                <a:solidFill>
                  <a:schemeClr val="dk1"/>
                </a:solidFill>
                <a:latin typeface="Overpass"/>
                <a:ea typeface="Overpass"/>
                <a:cs typeface="Overpass"/>
                <a:sym typeface="Overpass"/>
              </a:rPr>
              <a:t> : Method which is too long and does multiple tasks at once</a:t>
            </a:r>
            <a:endParaRPr sz="2400">
              <a:solidFill>
                <a:schemeClr val="dk1"/>
              </a:solidFill>
              <a:latin typeface="Overpass"/>
              <a:ea typeface="Overpass"/>
              <a:cs typeface="Overpass"/>
              <a:sym typeface="Overpass"/>
            </a:endParaRPr>
          </a:p>
          <a:p>
            <a:pPr indent="-381000" lvl="0" marL="457200" rtl="0" algn="l">
              <a:spcBef>
                <a:spcPts val="0"/>
              </a:spcBef>
              <a:spcAft>
                <a:spcPts val="0"/>
              </a:spcAft>
              <a:buClr>
                <a:schemeClr val="dk1"/>
              </a:buClr>
              <a:buSzPts val="2400"/>
              <a:buFont typeface="Overpass"/>
              <a:buChar char="●"/>
            </a:pPr>
            <a:r>
              <a:rPr b="1" lang="en" sz="2400">
                <a:solidFill>
                  <a:schemeClr val="dk1"/>
                </a:solidFill>
                <a:latin typeface="Overpass"/>
                <a:ea typeface="Overpass"/>
                <a:cs typeface="Overpass"/>
                <a:sym typeface="Overpass"/>
              </a:rPr>
              <a:t>Data Class </a:t>
            </a:r>
            <a:r>
              <a:rPr lang="en" sz="2400">
                <a:solidFill>
                  <a:schemeClr val="dk1"/>
                </a:solidFill>
                <a:latin typeface="Overpass"/>
                <a:ea typeface="Overpass"/>
                <a:cs typeface="Overpass"/>
                <a:sym typeface="Overpass"/>
              </a:rPr>
              <a:t>:  Class that only contains variables and getters/setters, but does not contain any work on it.</a:t>
            </a:r>
            <a:endParaRPr sz="2400">
              <a:solidFill>
                <a:schemeClr val="dk1"/>
              </a:solidFill>
              <a:latin typeface="Overpass"/>
              <a:ea typeface="Overpass"/>
              <a:cs typeface="Overpass"/>
              <a:sym typeface="Overpass"/>
            </a:endParaRPr>
          </a:p>
          <a:p>
            <a:pPr indent="-381000" lvl="0" marL="457200" rtl="0" algn="l">
              <a:spcBef>
                <a:spcPts val="0"/>
              </a:spcBef>
              <a:spcAft>
                <a:spcPts val="0"/>
              </a:spcAft>
              <a:buClr>
                <a:schemeClr val="dk1"/>
              </a:buClr>
              <a:buSzPts val="2400"/>
              <a:buFont typeface="Overpass"/>
              <a:buChar char="●"/>
            </a:pPr>
            <a:r>
              <a:rPr b="1" lang="en" sz="2400">
                <a:solidFill>
                  <a:schemeClr val="dk1"/>
                </a:solidFill>
                <a:latin typeface="Overpass"/>
                <a:ea typeface="Overpass"/>
                <a:cs typeface="Overpass"/>
                <a:sym typeface="Overpass"/>
              </a:rPr>
              <a:t>Feature Envy</a:t>
            </a:r>
            <a:r>
              <a:rPr lang="en" sz="2400">
                <a:solidFill>
                  <a:schemeClr val="dk1"/>
                </a:solidFill>
                <a:latin typeface="Overpass"/>
                <a:ea typeface="Overpass"/>
                <a:cs typeface="Overpass"/>
                <a:sym typeface="Overpass"/>
              </a:rPr>
              <a:t> : A method that relies more on the data or functions of an external class than those of its own class</a:t>
            </a:r>
            <a:endParaRPr sz="2400">
              <a:solidFill>
                <a:schemeClr val="dk1"/>
              </a:solidFill>
              <a:latin typeface="Overpass"/>
              <a:ea typeface="Overpass"/>
              <a:cs typeface="Overpass"/>
              <a:sym typeface="Overpass"/>
            </a:endParaRPr>
          </a:p>
          <a:p>
            <a:pPr indent="-381000" lvl="0" marL="457200" rtl="0" algn="l">
              <a:spcBef>
                <a:spcPts val="0"/>
              </a:spcBef>
              <a:spcAft>
                <a:spcPts val="0"/>
              </a:spcAft>
              <a:buClr>
                <a:schemeClr val="dk1"/>
              </a:buClr>
              <a:buSzPts val="2400"/>
              <a:buFont typeface="Overpass"/>
              <a:buChar char="●"/>
            </a:pPr>
            <a:r>
              <a:rPr b="1" lang="en" sz="2400">
                <a:solidFill>
                  <a:schemeClr val="dk1"/>
                </a:solidFill>
                <a:latin typeface="Overpass"/>
                <a:ea typeface="Overpass"/>
                <a:cs typeface="Overpass"/>
                <a:sym typeface="Overpass"/>
              </a:rPr>
              <a:t>God Class</a:t>
            </a:r>
            <a:r>
              <a:rPr lang="en" sz="2400">
                <a:solidFill>
                  <a:schemeClr val="dk1"/>
                </a:solidFill>
                <a:latin typeface="Overpass"/>
                <a:ea typeface="Overpass"/>
                <a:cs typeface="Overpass"/>
                <a:sym typeface="Overpass"/>
              </a:rPr>
              <a:t> : A class that does too many things making it difficult to </a:t>
            </a:r>
            <a:r>
              <a:rPr lang="en" sz="2400">
                <a:solidFill>
                  <a:schemeClr val="dk1"/>
                </a:solidFill>
                <a:latin typeface="Overpass"/>
                <a:ea typeface="Overpass"/>
                <a:cs typeface="Overpass"/>
                <a:sym typeface="Overpass"/>
              </a:rPr>
              <a:t>maintain</a:t>
            </a:r>
            <a:r>
              <a:rPr lang="en" sz="2400">
                <a:solidFill>
                  <a:schemeClr val="dk1"/>
                </a:solidFill>
                <a:latin typeface="Overpass"/>
                <a:ea typeface="Overpass"/>
                <a:cs typeface="Overpass"/>
                <a:sym typeface="Overpass"/>
              </a:rPr>
              <a:t> or update</a:t>
            </a:r>
            <a:endParaRPr sz="2400">
              <a:solidFill>
                <a:schemeClr val="dk1"/>
              </a:solidFill>
              <a:latin typeface="Overpass"/>
              <a:ea typeface="Overpass"/>
              <a:cs typeface="Overpass"/>
              <a:sym typeface="Overpass"/>
            </a:endParaRPr>
          </a:p>
          <a:p>
            <a:pPr indent="0" lvl="0" marL="0" rtl="0" algn="l">
              <a:spcBef>
                <a:spcPts val="0"/>
              </a:spcBef>
              <a:spcAft>
                <a:spcPts val="0"/>
              </a:spcAft>
              <a:buNone/>
            </a:pPr>
            <a:r>
              <a:t/>
            </a:r>
            <a:endParaRPr sz="2400">
              <a:solidFill>
                <a:schemeClr val="dk1"/>
              </a:solidFill>
              <a:latin typeface="Overpass"/>
              <a:ea typeface="Overpass"/>
              <a:cs typeface="Overpass"/>
              <a:sym typeface="Overpass"/>
            </a:endParaRPr>
          </a:p>
          <a:p>
            <a:pPr indent="0" lvl="0" marL="0" rtl="0" algn="l">
              <a:spcBef>
                <a:spcPts val="0"/>
              </a:spcBef>
              <a:spcAft>
                <a:spcPts val="0"/>
              </a:spcAft>
              <a:buNone/>
            </a:pPr>
            <a:r>
              <a:t/>
            </a:r>
            <a:endParaRPr sz="2400">
              <a:solidFill>
                <a:schemeClr val="dk1"/>
              </a:solidFill>
              <a:latin typeface="Overpass"/>
              <a:ea typeface="Overpass"/>
              <a:cs typeface="Overpass"/>
              <a:sym typeface="Overpass"/>
            </a:endParaRPr>
          </a:p>
          <a:p>
            <a:pPr indent="0" lvl="0" marL="0" rtl="0" algn="l">
              <a:spcBef>
                <a:spcPts val="0"/>
              </a:spcBef>
              <a:spcAft>
                <a:spcPts val="0"/>
              </a:spcAft>
              <a:buNone/>
            </a:pPr>
            <a:r>
              <a:t/>
            </a:r>
            <a:endParaRPr sz="2400">
              <a:solidFill>
                <a:schemeClr val="dk1"/>
              </a:solidFill>
              <a:latin typeface="Overpass"/>
              <a:ea typeface="Overpass"/>
              <a:cs typeface="Overpass"/>
              <a:sym typeface="Overpass"/>
            </a:endParaRPr>
          </a:p>
          <a:p>
            <a:pPr indent="0" lvl="0" marL="0" rtl="0" algn="l">
              <a:spcBef>
                <a:spcPts val="0"/>
              </a:spcBef>
              <a:spcAft>
                <a:spcPts val="0"/>
              </a:spcAft>
              <a:buNone/>
            </a:pPr>
            <a:r>
              <a:t/>
            </a:r>
            <a:endParaRPr sz="2400">
              <a:solidFill>
                <a:schemeClr val="dk1"/>
              </a:solidFill>
              <a:latin typeface="Overpass"/>
              <a:ea typeface="Overpass"/>
              <a:cs typeface="Overpass"/>
              <a:sym typeface="Overpass"/>
            </a:endParaRPr>
          </a:p>
          <a:p>
            <a:pPr indent="0" lvl="0" marL="0" rtl="0" algn="l">
              <a:spcBef>
                <a:spcPts val="0"/>
              </a:spcBef>
              <a:spcAft>
                <a:spcPts val="0"/>
              </a:spcAft>
              <a:buNone/>
            </a:pPr>
            <a:r>
              <a:t/>
            </a:r>
            <a:endParaRPr sz="2400">
              <a:solidFill>
                <a:schemeClr val="dk1"/>
              </a:solidFill>
              <a:latin typeface="Overpass"/>
              <a:ea typeface="Overpass"/>
              <a:cs typeface="Overpass"/>
              <a:sym typeface="Overpas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6"/>
          <p:cNvSpPr txBox="1"/>
          <p:nvPr>
            <p:ph idx="1" type="subTitle"/>
          </p:nvPr>
        </p:nvSpPr>
        <p:spPr>
          <a:xfrm>
            <a:off x="593925"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489" name="Google Shape;489;p66"/>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66"/>
          <p:cNvSpPr txBox="1"/>
          <p:nvPr/>
        </p:nvSpPr>
        <p:spPr>
          <a:xfrm>
            <a:off x="106800" y="94125"/>
            <a:ext cx="89304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Motivation and Existing Approaches</a:t>
            </a:r>
            <a:endParaRPr sz="5200">
              <a:solidFill>
                <a:schemeClr val="lt1"/>
              </a:solidFill>
              <a:latin typeface="Bebas Neue"/>
              <a:ea typeface="Bebas Neue"/>
              <a:cs typeface="Bebas Neue"/>
              <a:sym typeface="Bebas Neue"/>
            </a:endParaRPr>
          </a:p>
        </p:txBody>
      </p:sp>
      <p:sp>
        <p:nvSpPr>
          <p:cNvPr id="491" name="Google Shape;491;p66"/>
          <p:cNvSpPr txBox="1"/>
          <p:nvPr/>
        </p:nvSpPr>
        <p:spPr>
          <a:xfrm>
            <a:off x="106800" y="1193925"/>
            <a:ext cx="8930400" cy="41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Overpass"/>
                <a:ea typeface="Overpass"/>
                <a:cs typeface="Overpass"/>
                <a:sym typeface="Overpass"/>
              </a:rPr>
              <a:t>Code smells indicate design and quality issues that make software harder to maintain and scale.</a:t>
            </a:r>
            <a:endParaRPr sz="2400">
              <a:solidFill>
                <a:schemeClr val="dk1"/>
              </a:solidFill>
              <a:latin typeface="Overpass"/>
              <a:ea typeface="Overpass"/>
              <a:cs typeface="Overpass"/>
              <a:sym typeface="Overpass"/>
            </a:endParaRPr>
          </a:p>
          <a:p>
            <a:pPr indent="0" lvl="0" marL="0" rtl="0" algn="l">
              <a:spcBef>
                <a:spcPts val="0"/>
              </a:spcBef>
              <a:spcAft>
                <a:spcPts val="0"/>
              </a:spcAft>
              <a:buNone/>
            </a:pPr>
            <a:r>
              <a:t/>
            </a:r>
            <a:endParaRPr b="1" sz="2600">
              <a:solidFill>
                <a:schemeClr val="dk1"/>
              </a:solidFill>
              <a:latin typeface="Overpass"/>
              <a:ea typeface="Overpass"/>
              <a:cs typeface="Overpass"/>
              <a:sym typeface="Overpass"/>
            </a:endParaRPr>
          </a:p>
          <a:p>
            <a:pPr indent="0" lvl="0" marL="0" rtl="0" algn="l">
              <a:spcBef>
                <a:spcPts val="0"/>
              </a:spcBef>
              <a:spcAft>
                <a:spcPts val="0"/>
              </a:spcAft>
              <a:buNone/>
            </a:pPr>
            <a:r>
              <a:rPr b="1" lang="en" sz="2600">
                <a:solidFill>
                  <a:schemeClr val="dk1"/>
                </a:solidFill>
                <a:latin typeface="Overpass"/>
                <a:ea typeface="Overpass"/>
                <a:cs typeface="Overpass"/>
                <a:sym typeface="Overpass"/>
              </a:rPr>
              <a:t>Existing</a:t>
            </a:r>
            <a:r>
              <a:rPr b="1" lang="en" sz="2600">
                <a:solidFill>
                  <a:schemeClr val="dk1"/>
                </a:solidFill>
                <a:latin typeface="Overpass"/>
                <a:ea typeface="Overpass"/>
                <a:cs typeface="Overpass"/>
                <a:sym typeface="Overpass"/>
              </a:rPr>
              <a:t> approaches  :</a:t>
            </a:r>
            <a:endParaRPr b="1" sz="2600">
              <a:solidFill>
                <a:schemeClr val="dk1"/>
              </a:solidFill>
              <a:latin typeface="Overpass"/>
              <a:ea typeface="Overpass"/>
              <a:cs typeface="Overpass"/>
              <a:sym typeface="Overpass"/>
            </a:endParaRPr>
          </a:p>
          <a:p>
            <a:pPr indent="-381000" lvl="0" marL="457200" rtl="0" algn="l">
              <a:lnSpc>
                <a:spcPct val="115000"/>
              </a:lnSpc>
              <a:spcBef>
                <a:spcPts val="120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Machine learning–based approaches that use software metrics as features to detect code smells.</a:t>
            </a:r>
            <a:endParaRPr sz="2400">
              <a:solidFill>
                <a:schemeClr val="dk1"/>
              </a:solidFill>
              <a:latin typeface="Overpass"/>
              <a:ea typeface="Overpass"/>
              <a:cs typeface="Overpass"/>
              <a:sym typeface="Overpass"/>
            </a:endParaRPr>
          </a:p>
          <a:p>
            <a:pPr indent="-381000" lvl="0" marL="457200" rtl="0" algn="l">
              <a:lnSpc>
                <a:spcPct val="115000"/>
              </a:lnSpc>
              <a:spcBef>
                <a:spcPts val="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Deep learning–based approaches that uses code embeddings to identify code smells.</a:t>
            </a:r>
            <a:endParaRPr sz="2400">
              <a:solidFill>
                <a:schemeClr val="dk1"/>
              </a:solidFill>
              <a:latin typeface="Overpass"/>
              <a:ea typeface="Overpass"/>
              <a:cs typeface="Overpass"/>
              <a:sym typeface="Overpass"/>
            </a:endParaRPr>
          </a:p>
          <a:p>
            <a:pPr indent="0" lvl="0" marL="0" rtl="0" algn="l">
              <a:spcBef>
                <a:spcPts val="1200"/>
              </a:spcBef>
              <a:spcAft>
                <a:spcPts val="0"/>
              </a:spcAft>
              <a:buNone/>
            </a:pPr>
            <a:r>
              <a:t/>
            </a:r>
            <a:endParaRPr sz="2600">
              <a:solidFill>
                <a:schemeClr val="dk1"/>
              </a:solidFill>
              <a:latin typeface="Overpass"/>
              <a:ea typeface="Overpass"/>
              <a:cs typeface="Overpass"/>
              <a:sym typeface="Overpas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7"/>
          <p:cNvSpPr txBox="1"/>
          <p:nvPr>
            <p:ph idx="1" type="subTitle"/>
          </p:nvPr>
        </p:nvSpPr>
        <p:spPr>
          <a:xfrm>
            <a:off x="593925"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497" name="Google Shape;497;p67"/>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7"/>
          <p:cNvSpPr txBox="1"/>
          <p:nvPr/>
        </p:nvSpPr>
        <p:spPr>
          <a:xfrm>
            <a:off x="106800" y="200975"/>
            <a:ext cx="89304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300">
                <a:solidFill>
                  <a:schemeClr val="lt1"/>
                </a:solidFill>
                <a:latin typeface="Bebas Neue"/>
                <a:ea typeface="Bebas Neue"/>
                <a:cs typeface="Bebas Neue"/>
                <a:sym typeface="Bebas Neue"/>
              </a:rPr>
              <a:t>Machine Learning–Based Baseline Experiments</a:t>
            </a:r>
            <a:endParaRPr sz="4300">
              <a:solidFill>
                <a:schemeClr val="lt1"/>
              </a:solidFill>
              <a:latin typeface="Bebas Neue"/>
              <a:ea typeface="Bebas Neue"/>
              <a:cs typeface="Bebas Neue"/>
              <a:sym typeface="Bebas Neue"/>
            </a:endParaRPr>
          </a:p>
        </p:txBody>
      </p:sp>
      <p:sp>
        <p:nvSpPr>
          <p:cNvPr id="499" name="Google Shape;499;p67"/>
          <p:cNvSpPr txBox="1"/>
          <p:nvPr/>
        </p:nvSpPr>
        <p:spPr>
          <a:xfrm>
            <a:off x="106800" y="1281300"/>
            <a:ext cx="8930400" cy="333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2300">
                <a:solidFill>
                  <a:schemeClr val="dk1"/>
                </a:solidFill>
                <a:latin typeface="Overpass"/>
                <a:ea typeface="Overpass"/>
                <a:cs typeface="Overpass"/>
                <a:sym typeface="Overpass"/>
              </a:rPr>
              <a:t>Extracted software metrics as features to detect code smells.Performed data cleaning and used k-fold cross-validation to maintain class balance across folds.</a:t>
            </a:r>
            <a:endParaRPr sz="2300">
              <a:solidFill>
                <a:schemeClr val="dk1"/>
              </a:solidFill>
              <a:latin typeface="Overpass"/>
              <a:ea typeface="Overpass"/>
              <a:cs typeface="Overpass"/>
              <a:sym typeface="Overpass"/>
            </a:endParaRPr>
          </a:p>
          <a:p>
            <a:pPr indent="0" lvl="0" marL="0" rtl="0" algn="l">
              <a:spcBef>
                <a:spcPts val="1200"/>
              </a:spcBef>
              <a:spcAft>
                <a:spcPts val="0"/>
              </a:spcAft>
              <a:buNone/>
            </a:pPr>
            <a:r>
              <a:rPr lang="en" sz="2300">
                <a:solidFill>
                  <a:schemeClr val="dk1"/>
                </a:solidFill>
                <a:latin typeface="Overpass"/>
                <a:ea typeface="Overpass"/>
                <a:cs typeface="Overpass"/>
                <a:sym typeface="Overpass"/>
              </a:rPr>
              <a:t>Tried out multiple machine learning models like Naive Bayes, Nearest Neighbor, Random Forest, Logistic Regression, Classification and Regression Tree, Support Vector Machine, Back Propagation Neural Networks. Reported simple, understandable metrics like Precision, Recall,F1-Score and MCC</a:t>
            </a:r>
            <a:endParaRPr sz="2300">
              <a:solidFill>
                <a:schemeClr val="dk1"/>
              </a:solidFill>
              <a:latin typeface="Overpass"/>
              <a:ea typeface="Overpass"/>
              <a:cs typeface="Overpass"/>
              <a:sym typeface="Overpas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8"/>
          <p:cNvSpPr txBox="1"/>
          <p:nvPr>
            <p:ph idx="1" type="subTitle"/>
          </p:nvPr>
        </p:nvSpPr>
        <p:spPr>
          <a:xfrm>
            <a:off x="593925"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505" name="Google Shape;505;p68"/>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8"/>
          <p:cNvSpPr txBox="1"/>
          <p:nvPr/>
        </p:nvSpPr>
        <p:spPr>
          <a:xfrm>
            <a:off x="414000" y="94125"/>
            <a:ext cx="9037200" cy="10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600">
                <a:solidFill>
                  <a:schemeClr val="lt1"/>
                </a:solidFill>
                <a:latin typeface="Bebas Neue"/>
                <a:ea typeface="Bebas Neue"/>
                <a:cs typeface="Bebas Neue"/>
                <a:sym typeface="Bebas Neue"/>
              </a:rPr>
              <a:t>     </a:t>
            </a:r>
            <a:r>
              <a:rPr b="1" lang="en" sz="4200">
                <a:solidFill>
                  <a:schemeClr val="lt1"/>
                </a:solidFill>
                <a:latin typeface="Bebas Neue"/>
                <a:ea typeface="Bebas Neue"/>
                <a:cs typeface="Bebas Neue"/>
                <a:sym typeface="Bebas Neue"/>
              </a:rPr>
              <a:t>Machine learning Results </a:t>
            </a:r>
            <a:r>
              <a:rPr b="1" lang="en" sz="4200">
                <a:solidFill>
                  <a:schemeClr val="lt1"/>
                </a:solidFill>
                <a:latin typeface="Bebas Neue"/>
                <a:ea typeface="Bebas Neue"/>
                <a:cs typeface="Bebas Neue"/>
                <a:sym typeface="Bebas Neue"/>
              </a:rPr>
              <a:t>comparison</a:t>
            </a:r>
            <a:endParaRPr b="1" sz="4200">
              <a:solidFill>
                <a:schemeClr val="lt1"/>
              </a:solidFill>
              <a:latin typeface="Bebas Neue"/>
              <a:ea typeface="Bebas Neue"/>
              <a:cs typeface="Bebas Neue"/>
              <a:sym typeface="Bebas Neue"/>
            </a:endParaRPr>
          </a:p>
          <a:p>
            <a:pPr indent="0" lvl="0" marL="0" rtl="0" algn="l">
              <a:spcBef>
                <a:spcPts val="0"/>
              </a:spcBef>
              <a:spcAft>
                <a:spcPts val="0"/>
              </a:spcAft>
              <a:buNone/>
            </a:pPr>
            <a:r>
              <a:t/>
            </a:r>
            <a:endParaRPr sz="6600">
              <a:solidFill>
                <a:schemeClr val="lt1"/>
              </a:solidFill>
              <a:latin typeface="Bebas Neue"/>
              <a:ea typeface="Bebas Neue"/>
              <a:cs typeface="Bebas Neue"/>
              <a:sym typeface="Bebas Neue"/>
            </a:endParaRPr>
          </a:p>
        </p:txBody>
      </p:sp>
      <p:sp>
        <p:nvSpPr>
          <p:cNvPr id="507" name="Google Shape;507;p68"/>
          <p:cNvSpPr txBox="1"/>
          <p:nvPr/>
        </p:nvSpPr>
        <p:spPr>
          <a:xfrm>
            <a:off x="355650" y="1668825"/>
            <a:ext cx="8432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600">
              <a:solidFill>
                <a:schemeClr val="dk1"/>
              </a:solidFill>
              <a:latin typeface="Overpass"/>
              <a:ea typeface="Overpass"/>
              <a:cs typeface="Overpass"/>
              <a:sym typeface="Overpass"/>
            </a:endParaRPr>
          </a:p>
        </p:txBody>
      </p:sp>
      <p:pic>
        <p:nvPicPr>
          <p:cNvPr id="508" name="Google Shape;508;p68" title="data class.png"/>
          <p:cNvPicPr preferRelativeResize="0"/>
          <p:nvPr/>
        </p:nvPicPr>
        <p:blipFill rotWithShape="1">
          <a:blip r:embed="rId3">
            <a:alphaModFix/>
          </a:blip>
          <a:srcRect b="38684" l="1358" r="2311" t="0"/>
          <a:stretch/>
        </p:blipFill>
        <p:spPr>
          <a:xfrm>
            <a:off x="854900" y="1510950"/>
            <a:ext cx="7434199" cy="3153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9"/>
          <p:cNvSpPr txBox="1"/>
          <p:nvPr>
            <p:ph idx="1" type="subTitle"/>
          </p:nvPr>
        </p:nvSpPr>
        <p:spPr>
          <a:xfrm>
            <a:off x="593925"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514" name="Google Shape;514;p69"/>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69"/>
          <p:cNvSpPr txBox="1"/>
          <p:nvPr/>
        </p:nvSpPr>
        <p:spPr>
          <a:xfrm>
            <a:off x="414000" y="94125"/>
            <a:ext cx="9037200" cy="10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600">
                <a:solidFill>
                  <a:schemeClr val="lt1"/>
                </a:solidFill>
                <a:latin typeface="Bebas Neue"/>
                <a:ea typeface="Bebas Neue"/>
                <a:cs typeface="Bebas Neue"/>
                <a:sym typeface="Bebas Neue"/>
              </a:rPr>
              <a:t>     </a:t>
            </a:r>
            <a:r>
              <a:rPr b="1" lang="en" sz="4200">
                <a:solidFill>
                  <a:schemeClr val="lt1"/>
                </a:solidFill>
                <a:latin typeface="Bebas Neue"/>
                <a:ea typeface="Bebas Neue"/>
                <a:cs typeface="Bebas Neue"/>
                <a:sym typeface="Bebas Neue"/>
              </a:rPr>
              <a:t>Machine learning Results comparison</a:t>
            </a:r>
            <a:endParaRPr b="1" sz="4200">
              <a:solidFill>
                <a:schemeClr val="lt1"/>
              </a:solidFill>
              <a:latin typeface="Bebas Neue"/>
              <a:ea typeface="Bebas Neue"/>
              <a:cs typeface="Bebas Neue"/>
              <a:sym typeface="Bebas Neue"/>
            </a:endParaRPr>
          </a:p>
          <a:p>
            <a:pPr indent="0" lvl="0" marL="0" rtl="0" algn="l">
              <a:spcBef>
                <a:spcPts val="0"/>
              </a:spcBef>
              <a:spcAft>
                <a:spcPts val="0"/>
              </a:spcAft>
              <a:buNone/>
            </a:pPr>
            <a:r>
              <a:t/>
            </a:r>
            <a:endParaRPr sz="6600">
              <a:solidFill>
                <a:schemeClr val="lt1"/>
              </a:solidFill>
              <a:latin typeface="Bebas Neue"/>
              <a:ea typeface="Bebas Neue"/>
              <a:cs typeface="Bebas Neue"/>
              <a:sym typeface="Bebas Neue"/>
            </a:endParaRPr>
          </a:p>
        </p:txBody>
      </p:sp>
      <p:sp>
        <p:nvSpPr>
          <p:cNvPr id="516" name="Google Shape;516;p69"/>
          <p:cNvSpPr txBox="1"/>
          <p:nvPr/>
        </p:nvSpPr>
        <p:spPr>
          <a:xfrm>
            <a:off x="355650" y="1668825"/>
            <a:ext cx="8432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600">
              <a:solidFill>
                <a:schemeClr val="dk1"/>
              </a:solidFill>
              <a:latin typeface="Overpass"/>
              <a:ea typeface="Overpass"/>
              <a:cs typeface="Overpass"/>
              <a:sym typeface="Overpass"/>
            </a:endParaRPr>
          </a:p>
        </p:txBody>
      </p:sp>
      <p:pic>
        <p:nvPicPr>
          <p:cNvPr id="517" name="Google Shape;517;p69" title="feature envy.png"/>
          <p:cNvPicPr preferRelativeResize="0"/>
          <p:nvPr/>
        </p:nvPicPr>
        <p:blipFill rotWithShape="1">
          <a:blip r:embed="rId3">
            <a:alphaModFix/>
          </a:blip>
          <a:srcRect b="39301" l="0" r="0" t="0"/>
          <a:stretch/>
        </p:blipFill>
        <p:spPr>
          <a:xfrm>
            <a:off x="726875" y="1558975"/>
            <a:ext cx="7717151" cy="31221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0"/>
          <p:cNvSpPr txBox="1"/>
          <p:nvPr>
            <p:ph idx="1" type="subTitle"/>
          </p:nvPr>
        </p:nvSpPr>
        <p:spPr>
          <a:xfrm>
            <a:off x="593925"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523" name="Google Shape;523;p70"/>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70"/>
          <p:cNvSpPr txBox="1"/>
          <p:nvPr/>
        </p:nvSpPr>
        <p:spPr>
          <a:xfrm>
            <a:off x="414000" y="94125"/>
            <a:ext cx="9037200" cy="10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600">
                <a:solidFill>
                  <a:schemeClr val="lt1"/>
                </a:solidFill>
                <a:latin typeface="Bebas Neue"/>
                <a:ea typeface="Bebas Neue"/>
                <a:cs typeface="Bebas Neue"/>
                <a:sym typeface="Bebas Neue"/>
              </a:rPr>
              <a:t>     </a:t>
            </a:r>
            <a:r>
              <a:rPr b="1" lang="en" sz="4200">
                <a:solidFill>
                  <a:schemeClr val="lt1"/>
                </a:solidFill>
                <a:latin typeface="Bebas Neue"/>
                <a:ea typeface="Bebas Neue"/>
                <a:cs typeface="Bebas Neue"/>
                <a:sym typeface="Bebas Neue"/>
              </a:rPr>
              <a:t>Machine learning Results comparison</a:t>
            </a:r>
            <a:endParaRPr b="1" sz="4200">
              <a:solidFill>
                <a:schemeClr val="lt1"/>
              </a:solidFill>
              <a:latin typeface="Bebas Neue"/>
              <a:ea typeface="Bebas Neue"/>
              <a:cs typeface="Bebas Neue"/>
              <a:sym typeface="Bebas Neue"/>
            </a:endParaRPr>
          </a:p>
          <a:p>
            <a:pPr indent="0" lvl="0" marL="0" rtl="0" algn="l">
              <a:spcBef>
                <a:spcPts val="0"/>
              </a:spcBef>
              <a:spcAft>
                <a:spcPts val="0"/>
              </a:spcAft>
              <a:buNone/>
            </a:pPr>
            <a:r>
              <a:t/>
            </a:r>
            <a:endParaRPr sz="6600">
              <a:solidFill>
                <a:schemeClr val="lt1"/>
              </a:solidFill>
              <a:latin typeface="Bebas Neue"/>
              <a:ea typeface="Bebas Neue"/>
              <a:cs typeface="Bebas Neue"/>
              <a:sym typeface="Bebas Neue"/>
            </a:endParaRPr>
          </a:p>
        </p:txBody>
      </p:sp>
      <p:sp>
        <p:nvSpPr>
          <p:cNvPr id="525" name="Google Shape;525;p70"/>
          <p:cNvSpPr txBox="1"/>
          <p:nvPr/>
        </p:nvSpPr>
        <p:spPr>
          <a:xfrm>
            <a:off x="355650" y="1668825"/>
            <a:ext cx="8432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600">
              <a:solidFill>
                <a:schemeClr val="dk1"/>
              </a:solidFill>
              <a:latin typeface="Overpass"/>
              <a:ea typeface="Overpass"/>
              <a:cs typeface="Overpass"/>
              <a:sym typeface="Overpass"/>
            </a:endParaRPr>
          </a:p>
        </p:txBody>
      </p:sp>
      <p:pic>
        <p:nvPicPr>
          <p:cNvPr id="526" name="Google Shape;526;p70" title="god class.png"/>
          <p:cNvPicPr preferRelativeResize="0"/>
          <p:nvPr/>
        </p:nvPicPr>
        <p:blipFill rotWithShape="1">
          <a:blip r:embed="rId3">
            <a:alphaModFix/>
          </a:blip>
          <a:srcRect b="39503" l="0" r="0" t="0"/>
          <a:stretch/>
        </p:blipFill>
        <p:spPr>
          <a:xfrm>
            <a:off x="660400" y="1537750"/>
            <a:ext cx="7717151" cy="31115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1"/>
          <p:cNvSpPr txBox="1"/>
          <p:nvPr>
            <p:ph idx="1" type="subTitle"/>
          </p:nvPr>
        </p:nvSpPr>
        <p:spPr>
          <a:xfrm>
            <a:off x="593925"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532" name="Google Shape;532;p71"/>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1"/>
          <p:cNvSpPr txBox="1"/>
          <p:nvPr/>
        </p:nvSpPr>
        <p:spPr>
          <a:xfrm>
            <a:off x="414000" y="94125"/>
            <a:ext cx="9037200" cy="10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600">
                <a:solidFill>
                  <a:schemeClr val="lt1"/>
                </a:solidFill>
                <a:latin typeface="Bebas Neue"/>
                <a:ea typeface="Bebas Neue"/>
                <a:cs typeface="Bebas Neue"/>
                <a:sym typeface="Bebas Neue"/>
              </a:rPr>
              <a:t>     </a:t>
            </a:r>
            <a:r>
              <a:rPr b="1" lang="en" sz="4200">
                <a:solidFill>
                  <a:schemeClr val="lt1"/>
                </a:solidFill>
                <a:latin typeface="Bebas Neue"/>
                <a:ea typeface="Bebas Neue"/>
                <a:cs typeface="Bebas Neue"/>
                <a:sym typeface="Bebas Neue"/>
              </a:rPr>
              <a:t>Machine learning Results comparison</a:t>
            </a:r>
            <a:endParaRPr b="1" sz="4200">
              <a:solidFill>
                <a:schemeClr val="lt1"/>
              </a:solidFill>
              <a:latin typeface="Bebas Neue"/>
              <a:ea typeface="Bebas Neue"/>
              <a:cs typeface="Bebas Neue"/>
              <a:sym typeface="Bebas Neue"/>
            </a:endParaRPr>
          </a:p>
          <a:p>
            <a:pPr indent="0" lvl="0" marL="0" rtl="0" algn="l">
              <a:spcBef>
                <a:spcPts val="0"/>
              </a:spcBef>
              <a:spcAft>
                <a:spcPts val="0"/>
              </a:spcAft>
              <a:buNone/>
            </a:pPr>
            <a:r>
              <a:t/>
            </a:r>
            <a:endParaRPr sz="6600">
              <a:solidFill>
                <a:schemeClr val="lt1"/>
              </a:solidFill>
              <a:latin typeface="Bebas Neue"/>
              <a:ea typeface="Bebas Neue"/>
              <a:cs typeface="Bebas Neue"/>
              <a:sym typeface="Bebas Neue"/>
            </a:endParaRPr>
          </a:p>
        </p:txBody>
      </p:sp>
      <p:sp>
        <p:nvSpPr>
          <p:cNvPr id="534" name="Google Shape;534;p71"/>
          <p:cNvSpPr txBox="1"/>
          <p:nvPr/>
        </p:nvSpPr>
        <p:spPr>
          <a:xfrm>
            <a:off x="355650" y="1668825"/>
            <a:ext cx="8432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600">
              <a:solidFill>
                <a:schemeClr val="dk1"/>
              </a:solidFill>
              <a:latin typeface="Overpass"/>
              <a:ea typeface="Overpass"/>
              <a:cs typeface="Overpass"/>
              <a:sym typeface="Overpass"/>
            </a:endParaRPr>
          </a:p>
        </p:txBody>
      </p:sp>
      <p:pic>
        <p:nvPicPr>
          <p:cNvPr id="535" name="Google Shape;535;p71" title="long method detection metrics.png"/>
          <p:cNvPicPr preferRelativeResize="0"/>
          <p:nvPr/>
        </p:nvPicPr>
        <p:blipFill rotWithShape="1">
          <a:blip r:embed="rId3">
            <a:alphaModFix/>
          </a:blip>
          <a:srcRect b="40330" l="0" r="0" t="0"/>
          <a:stretch/>
        </p:blipFill>
        <p:spPr>
          <a:xfrm>
            <a:off x="713425" y="1537750"/>
            <a:ext cx="7717151" cy="30691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2"/>
          <p:cNvSpPr txBox="1"/>
          <p:nvPr>
            <p:ph idx="1" type="subTitle"/>
          </p:nvPr>
        </p:nvSpPr>
        <p:spPr>
          <a:xfrm>
            <a:off x="593925"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541" name="Google Shape;541;p72"/>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72"/>
          <p:cNvSpPr txBox="1"/>
          <p:nvPr/>
        </p:nvSpPr>
        <p:spPr>
          <a:xfrm>
            <a:off x="106800" y="94125"/>
            <a:ext cx="89304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The Gap and The solution</a:t>
            </a:r>
            <a:endParaRPr sz="5200">
              <a:solidFill>
                <a:schemeClr val="lt1"/>
              </a:solidFill>
              <a:latin typeface="Bebas Neue"/>
              <a:ea typeface="Bebas Neue"/>
              <a:cs typeface="Bebas Neue"/>
              <a:sym typeface="Bebas Neue"/>
            </a:endParaRPr>
          </a:p>
        </p:txBody>
      </p:sp>
      <p:sp>
        <p:nvSpPr>
          <p:cNvPr id="543" name="Google Shape;543;p72"/>
          <p:cNvSpPr txBox="1"/>
          <p:nvPr/>
        </p:nvSpPr>
        <p:spPr>
          <a:xfrm>
            <a:off x="106800" y="1193925"/>
            <a:ext cx="8930400" cy="407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Overpass"/>
                <a:ea typeface="Overpass"/>
                <a:cs typeface="Overpass"/>
                <a:sym typeface="Overpass"/>
              </a:rPr>
              <a:t>Machine learning methods misses semantic information of </a:t>
            </a:r>
            <a:r>
              <a:rPr lang="en" sz="2400">
                <a:solidFill>
                  <a:schemeClr val="dk1"/>
                </a:solidFill>
                <a:latin typeface="Overpass"/>
                <a:ea typeface="Overpass"/>
                <a:cs typeface="Overpass"/>
                <a:sym typeface="Overpass"/>
              </a:rPr>
              <a:t>the</a:t>
            </a:r>
            <a:r>
              <a:rPr lang="en" sz="2400">
                <a:solidFill>
                  <a:schemeClr val="dk1"/>
                </a:solidFill>
                <a:latin typeface="Overpass"/>
                <a:ea typeface="Overpass"/>
                <a:cs typeface="Overpass"/>
                <a:sym typeface="Overpass"/>
              </a:rPr>
              <a:t> code.</a:t>
            </a:r>
            <a:endParaRPr sz="2400">
              <a:solidFill>
                <a:schemeClr val="dk1"/>
              </a:solidFill>
              <a:latin typeface="Overpass"/>
              <a:ea typeface="Overpass"/>
              <a:cs typeface="Overpass"/>
              <a:sym typeface="Overpass"/>
            </a:endParaRPr>
          </a:p>
          <a:p>
            <a:pPr indent="0" lvl="0" marL="0" rtl="0" algn="l">
              <a:spcBef>
                <a:spcPts val="0"/>
              </a:spcBef>
              <a:spcAft>
                <a:spcPts val="0"/>
              </a:spcAft>
              <a:buNone/>
            </a:pPr>
            <a:r>
              <a:rPr lang="en" sz="2400">
                <a:solidFill>
                  <a:schemeClr val="dk1"/>
                </a:solidFill>
                <a:latin typeface="Overpass"/>
                <a:ea typeface="Overpass"/>
                <a:cs typeface="Overpass"/>
                <a:sym typeface="Overpass"/>
              </a:rPr>
              <a:t>Deep learning methiod misses structural indicators for detection</a:t>
            </a:r>
            <a:endParaRPr sz="2400">
              <a:solidFill>
                <a:schemeClr val="dk1"/>
              </a:solidFill>
              <a:latin typeface="Overpass"/>
              <a:ea typeface="Overpass"/>
              <a:cs typeface="Overpass"/>
              <a:sym typeface="Overpass"/>
            </a:endParaRPr>
          </a:p>
          <a:p>
            <a:pPr indent="0" lvl="0" marL="0" rtl="0" algn="l">
              <a:spcBef>
                <a:spcPts val="0"/>
              </a:spcBef>
              <a:spcAft>
                <a:spcPts val="0"/>
              </a:spcAft>
              <a:buNone/>
            </a:pPr>
            <a:r>
              <a:t/>
            </a:r>
            <a:endParaRPr b="1" sz="2600">
              <a:solidFill>
                <a:schemeClr val="dk1"/>
              </a:solidFill>
              <a:latin typeface="Overpass"/>
              <a:ea typeface="Overpass"/>
              <a:cs typeface="Overpass"/>
              <a:sym typeface="Overpass"/>
            </a:endParaRPr>
          </a:p>
          <a:p>
            <a:pPr indent="0" lvl="0" marL="0" rtl="0" algn="l">
              <a:spcBef>
                <a:spcPts val="0"/>
              </a:spcBef>
              <a:spcAft>
                <a:spcPts val="0"/>
              </a:spcAft>
              <a:buNone/>
            </a:pPr>
            <a:r>
              <a:rPr b="1" lang="en" sz="2600">
                <a:solidFill>
                  <a:schemeClr val="dk1"/>
                </a:solidFill>
                <a:latin typeface="Overpass"/>
                <a:ea typeface="Overpass"/>
                <a:cs typeface="Overpass"/>
                <a:sym typeface="Overpass"/>
              </a:rPr>
              <a:t>Solution : EnseSmells</a:t>
            </a:r>
            <a:endParaRPr b="1" sz="2600">
              <a:solidFill>
                <a:schemeClr val="dk1"/>
              </a:solidFill>
              <a:latin typeface="Overpass"/>
              <a:ea typeface="Overpass"/>
              <a:cs typeface="Overpass"/>
              <a:sym typeface="Overpass"/>
            </a:endParaRPr>
          </a:p>
          <a:p>
            <a:pPr indent="-381000" lvl="0" marL="457200" rtl="0" algn="l">
              <a:lnSpc>
                <a:spcPct val="115000"/>
              </a:lnSpc>
              <a:spcBef>
                <a:spcPts val="120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A MultiModal Ensemble Framework that combines Semantic Code representations with Structural Software embeddings for code smell detection.</a:t>
            </a:r>
            <a:endParaRPr sz="2400">
              <a:solidFill>
                <a:schemeClr val="dk1"/>
              </a:solidFill>
              <a:latin typeface="Overpass"/>
              <a:ea typeface="Overpass"/>
              <a:cs typeface="Overpass"/>
              <a:sym typeface="Overpass"/>
            </a:endParaRPr>
          </a:p>
          <a:p>
            <a:pPr indent="0" lvl="0" marL="0" rtl="0" algn="l">
              <a:spcBef>
                <a:spcPts val="1200"/>
              </a:spcBef>
              <a:spcAft>
                <a:spcPts val="0"/>
              </a:spcAft>
              <a:buNone/>
            </a:pPr>
            <a:r>
              <a:t/>
            </a:r>
            <a:endParaRPr sz="2600">
              <a:solidFill>
                <a:schemeClr val="dk1"/>
              </a:solidFill>
              <a:latin typeface="Overpass"/>
              <a:ea typeface="Overpass"/>
              <a:cs typeface="Overpass"/>
              <a:sym typeface="Overpas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73"/>
          <p:cNvSpPr txBox="1"/>
          <p:nvPr>
            <p:ph idx="1" type="subTitle"/>
          </p:nvPr>
        </p:nvSpPr>
        <p:spPr>
          <a:xfrm>
            <a:off x="502350"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549" name="Google Shape;549;p73"/>
          <p:cNvSpPr txBox="1"/>
          <p:nvPr/>
        </p:nvSpPr>
        <p:spPr>
          <a:xfrm>
            <a:off x="355650" y="1668825"/>
            <a:ext cx="8432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600">
              <a:solidFill>
                <a:schemeClr val="dk1"/>
              </a:solidFill>
              <a:latin typeface="Overpass"/>
              <a:ea typeface="Overpass"/>
              <a:cs typeface="Overpass"/>
              <a:sym typeface="Overpass"/>
            </a:endParaRPr>
          </a:p>
        </p:txBody>
      </p:sp>
      <p:pic>
        <p:nvPicPr>
          <p:cNvPr id="550" name="Google Shape;550;p73" title="ChatGPT Image Jan 9, 2026, 03_40_20 AM.png"/>
          <p:cNvPicPr preferRelativeResize="0"/>
          <p:nvPr/>
        </p:nvPicPr>
        <p:blipFill>
          <a:blip r:embed="rId3">
            <a:alphaModFix/>
          </a:blip>
          <a:stretch>
            <a:fillRect/>
          </a:stretch>
        </p:blipFill>
        <p:spPr>
          <a:xfrm>
            <a:off x="1066175" y="142975"/>
            <a:ext cx="7286273" cy="48575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74"/>
          <p:cNvSpPr txBox="1"/>
          <p:nvPr>
            <p:ph idx="1" type="subTitle"/>
          </p:nvPr>
        </p:nvSpPr>
        <p:spPr>
          <a:xfrm>
            <a:off x="646950" y="1166775"/>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556" name="Google Shape;556;p74"/>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74"/>
          <p:cNvSpPr txBox="1"/>
          <p:nvPr/>
        </p:nvSpPr>
        <p:spPr>
          <a:xfrm>
            <a:off x="105525" y="121275"/>
            <a:ext cx="88566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Ensemble results</a:t>
            </a:r>
            <a:endParaRPr sz="5200">
              <a:solidFill>
                <a:schemeClr val="lt1"/>
              </a:solidFill>
              <a:latin typeface="Bebas Neue"/>
              <a:ea typeface="Bebas Neue"/>
              <a:cs typeface="Bebas Neue"/>
              <a:sym typeface="Bebas Neue"/>
            </a:endParaRPr>
          </a:p>
        </p:txBody>
      </p:sp>
      <p:sp>
        <p:nvSpPr>
          <p:cNvPr id="558" name="Google Shape;558;p74"/>
          <p:cNvSpPr txBox="1"/>
          <p:nvPr/>
        </p:nvSpPr>
        <p:spPr>
          <a:xfrm>
            <a:off x="371400" y="2022650"/>
            <a:ext cx="866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59" name="Google Shape;559;p74"/>
          <p:cNvSpPr txBox="1"/>
          <p:nvPr/>
        </p:nvSpPr>
        <p:spPr>
          <a:xfrm>
            <a:off x="984375" y="1261425"/>
            <a:ext cx="6873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Overpass"/>
                <a:ea typeface="Overpass"/>
                <a:cs typeface="Overpass"/>
                <a:sym typeface="Overpass"/>
              </a:rPr>
              <a:t>Long Method</a:t>
            </a:r>
            <a:endParaRPr sz="1800">
              <a:solidFill>
                <a:schemeClr val="dk1"/>
              </a:solidFill>
              <a:latin typeface="Overpass"/>
              <a:ea typeface="Overpass"/>
              <a:cs typeface="Overpass"/>
              <a:sym typeface="Overpass"/>
            </a:endParaRPr>
          </a:p>
        </p:txBody>
      </p:sp>
      <p:graphicFrame>
        <p:nvGraphicFramePr>
          <p:cNvPr id="560" name="Google Shape;560;p74"/>
          <p:cNvGraphicFramePr/>
          <p:nvPr/>
        </p:nvGraphicFramePr>
        <p:xfrm>
          <a:off x="376225" y="1681788"/>
          <a:ext cx="3000000" cy="3000000"/>
        </p:xfrm>
        <a:graphic>
          <a:graphicData uri="http://schemas.openxmlformats.org/drawingml/2006/table">
            <a:tbl>
              <a:tblPr>
                <a:noFill/>
                <a:tableStyleId>{E5B4CEEA-49D4-43F5-8F28-F4CFB6BEC414}</a:tableStyleId>
              </a:tblPr>
              <a:tblGrid>
                <a:gridCol w="1304925"/>
                <a:gridCol w="762000"/>
                <a:gridCol w="933450"/>
                <a:gridCol w="762000"/>
                <a:gridCol w="714375"/>
                <a:gridCol w="800100"/>
                <a:gridCol w="714375"/>
                <a:gridCol w="800100"/>
                <a:gridCol w="714375"/>
                <a:gridCol w="885825"/>
              </a:tblGrid>
              <a:tr h="438375">
                <a:tc>
                  <a:txBody>
                    <a:bodyPr/>
                    <a:lstStyle/>
                    <a:p>
                      <a:pPr indent="0" lvl="0" marL="0" rtl="0" algn="l">
                        <a:lnSpc>
                          <a:spcPct val="115000"/>
                        </a:lnSpc>
                        <a:spcBef>
                          <a:spcPts val="0"/>
                        </a:spcBef>
                        <a:spcAft>
                          <a:spcPts val="0"/>
                        </a:spcAft>
                        <a:buNone/>
                      </a:pPr>
                      <a:r>
                        <a:rPr b="1" lang="en" sz="1100">
                          <a:solidFill>
                            <a:srgbClr val="1F1F1F"/>
                          </a:solidFill>
                        </a:rPr>
                        <a:t>Model</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Source</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Precision</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Recall</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R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F1</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F1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MCC</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MCC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 sz="1100">
                          <a:solidFill>
                            <a:srgbClr val="1F1F1F"/>
                          </a:solidFill>
                        </a:rPr>
                        <a:t>CuBERT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0.8482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0.7391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0.7877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0.7616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0.6880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-0.1602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0.8695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+0.1304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0.7659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-0.0218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0.7392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-0.0224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CodeBERT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0.7938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0.7824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0.7857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0.7611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0.7448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-0.0490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0.8250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+0.0426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0.7808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-0.0049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0.7550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-0.0061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code2vec</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0.7526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0.8242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0.7841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0.7618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0.7402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-0.0124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0.8811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+0.0569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0.8021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+0.0180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0.7808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+0.0190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TokenIndexing</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0.8215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0.7873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0.8016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0.7780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0.7473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-0.0742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0.8816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+0.0943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0.8055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+0.0039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0.7854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+0.0074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5"/>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5"/>
          <p:cNvSpPr txBox="1"/>
          <p:nvPr/>
        </p:nvSpPr>
        <p:spPr>
          <a:xfrm>
            <a:off x="105525" y="121275"/>
            <a:ext cx="89304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Ensemble results</a:t>
            </a:r>
            <a:endParaRPr sz="5200">
              <a:solidFill>
                <a:schemeClr val="lt1"/>
              </a:solidFill>
              <a:latin typeface="Bebas Neue"/>
              <a:ea typeface="Bebas Neue"/>
              <a:cs typeface="Bebas Neue"/>
              <a:sym typeface="Bebas Neue"/>
            </a:endParaRPr>
          </a:p>
        </p:txBody>
      </p:sp>
      <p:sp>
        <p:nvSpPr>
          <p:cNvPr id="567" name="Google Shape;567;p75"/>
          <p:cNvSpPr txBox="1"/>
          <p:nvPr/>
        </p:nvSpPr>
        <p:spPr>
          <a:xfrm>
            <a:off x="371400" y="2022650"/>
            <a:ext cx="866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68" name="Google Shape;568;p75"/>
          <p:cNvSpPr txBox="1"/>
          <p:nvPr/>
        </p:nvSpPr>
        <p:spPr>
          <a:xfrm>
            <a:off x="984375" y="1261425"/>
            <a:ext cx="6873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Overpass"/>
                <a:ea typeface="Overpass"/>
                <a:cs typeface="Overpass"/>
                <a:sym typeface="Overpass"/>
              </a:rPr>
              <a:t>Data Class</a:t>
            </a:r>
            <a:endParaRPr sz="1800">
              <a:solidFill>
                <a:schemeClr val="dk1"/>
              </a:solidFill>
              <a:latin typeface="Overpass"/>
              <a:ea typeface="Overpass"/>
              <a:cs typeface="Overpass"/>
              <a:sym typeface="Overpass"/>
            </a:endParaRPr>
          </a:p>
        </p:txBody>
      </p:sp>
      <p:sp>
        <p:nvSpPr>
          <p:cNvPr id="569" name="Google Shape;569;p7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70" name="Google Shape;570;p75"/>
          <p:cNvSpPr txBox="1"/>
          <p:nvPr/>
        </p:nvSpPr>
        <p:spPr>
          <a:xfrm>
            <a:off x="1647600" y="2120625"/>
            <a:ext cx="673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graphicFrame>
        <p:nvGraphicFramePr>
          <p:cNvPr id="571" name="Google Shape;571;p75"/>
          <p:cNvGraphicFramePr/>
          <p:nvPr/>
        </p:nvGraphicFramePr>
        <p:xfrm>
          <a:off x="508538" y="1763475"/>
          <a:ext cx="3000000" cy="3000000"/>
        </p:xfrm>
        <a:graphic>
          <a:graphicData uri="http://schemas.openxmlformats.org/drawingml/2006/table">
            <a:tbl>
              <a:tblPr>
                <a:noFill/>
                <a:tableStyleId>{E5B4CEEA-49D4-43F5-8F28-F4CFB6BEC414}</a:tableStyleId>
              </a:tblPr>
              <a:tblGrid>
                <a:gridCol w="1304925"/>
                <a:gridCol w="762000"/>
                <a:gridCol w="933450"/>
                <a:gridCol w="762000"/>
                <a:gridCol w="714375"/>
                <a:gridCol w="800100"/>
                <a:gridCol w="714375"/>
                <a:gridCol w="800100"/>
                <a:gridCol w="714375"/>
                <a:gridCol w="885825"/>
              </a:tblGrid>
              <a:tr h="342900">
                <a:tc>
                  <a:txBody>
                    <a:bodyPr/>
                    <a:lstStyle/>
                    <a:p>
                      <a:pPr indent="0" lvl="0" marL="0" rtl="0" algn="l">
                        <a:lnSpc>
                          <a:spcPct val="115000"/>
                        </a:lnSpc>
                        <a:spcBef>
                          <a:spcPts val="0"/>
                        </a:spcBef>
                        <a:spcAft>
                          <a:spcPts val="0"/>
                        </a:spcAft>
                        <a:buNone/>
                      </a:pPr>
                      <a:r>
                        <a:rPr b="1" lang="en" sz="1100">
                          <a:solidFill>
                            <a:srgbClr val="1F1F1F"/>
                          </a:solidFill>
                        </a:rPr>
                        <a:t>Model</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Source</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Precision</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Recall</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R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F1</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F1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MCC</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MCC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 sz="1100">
                          <a:solidFill>
                            <a:srgbClr val="1F1F1F"/>
                          </a:solidFill>
                        </a:rPr>
                        <a:t>CuBERT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0.8027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0.4567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0.5772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0.5238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0.4672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-0.3355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0.8100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+0.3533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0.5909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+0.0137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0.5390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+0.0152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CodeBERT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0.7447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0.5390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0.6199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0.5648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0.6036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-0.1411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0.7077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+0.1687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0.6481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+0.0282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0.5935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+0.0287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code2vec</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0.8123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0.5314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0.6393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0.5907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0.6010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-0.2113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0.5978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+0.0664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0.5970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-0.0423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0.5363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-0.0544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TokenIndexing</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0.7340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0.5427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0.6203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0.5638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0.6230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-0.1110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0.6356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+0.0929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0.6257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+0.0054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0.5694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+0.0056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6"/>
          <p:cNvSpPr txBox="1"/>
          <p:nvPr>
            <p:ph idx="1" type="subTitle"/>
          </p:nvPr>
        </p:nvSpPr>
        <p:spPr>
          <a:xfrm>
            <a:off x="646950" y="662825"/>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577" name="Google Shape;577;p76"/>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8" name="Google Shape;578;p76"/>
          <p:cNvSpPr txBox="1"/>
          <p:nvPr/>
        </p:nvSpPr>
        <p:spPr>
          <a:xfrm>
            <a:off x="106800" y="94125"/>
            <a:ext cx="89304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Ensemble results</a:t>
            </a:r>
            <a:endParaRPr sz="5200">
              <a:solidFill>
                <a:schemeClr val="lt1"/>
              </a:solidFill>
              <a:latin typeface="Bebas Neue"/>
              <a:ea typeface="Bebas Neue"/>
              <a:cs typeface="Bebas Neue"/>
              <a:sym typeface="Bebas Neue"/>
            </a:endParaRPr>
          </a:p>
        </p:txBody>
      </p:sp>
      <p:sp>
        <p:nvSpPr>
          <p:cNvPr id="579" name="Google Shape;579;p76"/>
          <p:cNvSpPr txBox="1"/>
          <p:nvPr/>
        </p:nvSpPr>
        <p:spPr>
          <a:xfrm>
            <a:off x="371400" y="2022650"/>
            <a:ext cx="866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80" name="Google Shape;580;p76"/>
          <p:cNvSpPr txBox="1"/>
          <p:nvPr/>
        </p:nvSpPr>
        <p:spPr>
          <a:xfrm>
            <a:off x="984375" y="1261425"/>
            <a:ext cx="6873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Overpass"/>
                <a:ea typeface="Overpass"/>
                <a:cs typeface="Overpass"/>
                <a:sym typeface="Overpass"/>
              </a:rPr>
              <a:t>God Class</a:t>
            </a:r>
            <a:endParaRPr sz="1800">
              <a:solidFill>
                <a:schemeClr val="dk1"/>
              </a:solidFill>
              <a:latin typeface="Overpass"/>
              <a:ea typeface="Overpass"/>
              <a:cs typeface="Overpass"/>
              <a:sym typeface="Overpass"/>
            </a:endParaRPr>
          </a:p>
        </p:txBody>
      </p:sp>
      <p:graphicFrame>
        <p:nvGraphicFramePr>
          <p:cNvPr id="581" name="Google Shape;581;p76"/>
          <p:cNvGraphicFramePr/>
          <p:nvPr/>
        </p:nvGraphicFramePr>
        <p:xfrm>
          <a:off x="376238" y="1723125"/>
          <a:ext cx="3000000" cy="3000000"/>
        </p:xfrm>
        <a:graphic>
          <a:graphicData uri="http://schemas.openxmlformats.org/drawingml/2006/table">
            <a:tbl>
              <a:tblPr>
                <a:noFill/>
                <a:tableStyleId>{E5B4CEEA-49D4-43F5-8F28-F4CFB6BEC414}</a:tableStyleId>
              </a:tblPr>
              <a:tblGrid>
                <a:gridCol w="1304925"/>
                <a:gridCol w="762000"/>
                <a:gridCol w="933450"/>
                <a:gridCol w="762000"/>
                <a:gridCol w="714375"/>
                <a:gridCol w="800100"/>
                <a:gridCol w="714375"/>
                <a:gridCol w="800100"/>
                <a:gridCol w="714375"/>
                <a:gridCol w="885825"/>
              </a:tblGrid>
              <a:tr h="342900">
                <a:tc>
                  <a:txBody>
                    <a:bodyPr/>
                    <a:lstStyle/>
                    <a:p>
                      <a:pPr indent="0" lvl="0" marL="0" rtl="0" algn="l">
                        <a:lnSpc>
                          <a:spcPct val="115000"/>
                        </a:lnSpc>
                        <a:spcBef>
                          <a:spcPts val="0"/>
                        </a:spcBef>
                        <a:spcAft>
                          <a:spcPts val="0"/>
                        </a:spcAft>
                        <a:buNone/>
                      </a:pPr>
                      <a:r>
                        <a:rPr b="1" lang="en" sz="1100">
                          <a:solidFill>
                            <a:srgbClr val="1F1F1F"/>
                          </a:solidFill>
                        </a:rPr>
                        <a:t>Model</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Source</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Precision</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Recall</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R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F1</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F1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MCC</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MCC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 sz="1100">
                          <a:solidFill>
                            <a:srgbClr val="1F1F1F"/>
                          </a:solidFill>
                        </a:rPr>
                        <a:t>CuBERT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0.5565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0.5105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0.5153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0.4675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0.4220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-0.1345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0.6872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+0.1767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0.5177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+0.0024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0.4657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-0.0018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CodeBERT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0.5993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0.5607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0.5764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0.5241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0.4718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-0.1275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0.7140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+0.1533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0.5671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-0.0093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0.5161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-0.0080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code2vec</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0.5947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0.5724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0.5729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0.5288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0.4454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-0.1493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0.7797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+0.2073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0.5654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-0.0075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0.5227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-0.0061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TokenIndexing</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0.6962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0.5077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0.5801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0.5318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0.4233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-0.2729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0.8297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+0.3220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0.5544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-0.0257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0.5215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-0.0103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7"/>
          <p:cNvSpPr txBox="1"/>
          <p:nvPr>
            <p:ph idx="1" type="subTitle"/>
          </p:nvPr>
        </p:nvSpPr>
        <p:spPr>
          <a:xfrm>
            <a:off x="646950" y="749100"/>
            <a:ext cx="78501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587" name="Google Shape;587;p77"/>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7"/>
          <p:cNvSpPr txBox="1"/>
          <p:nvPr/>
        </p:nvSpPr>
        <p:spPr>
          <a:xfrm>
            <a:off x="143625" y="121275"/>
            <a:ext cx="88935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Ensemble results</a:t>
            </a:r>
            <a:endParaRPr sz="5200">
              <a:solidFill>
                <a:schemeClr val="lt1"/>
              </a:solidFill>
              <a:latin typeface="Bebas Neue"/>
              <a:ea typeface="Bebas Neue"/>
              <a:cs typeface="Bebas Neue"/>
              <a:sym typeface="Bebas Neue"/>
            </a:endParaRPr>
          </a:p>
        </p:txBody>
      </p:sp>
      <p:sp>
        <p:nvSpPr>
          <p:cNvPr id="589" name="Google Shape;589;p77"/>
          <p:cNvSpPr txBox="1"/>
          <p:nvPr/>
        </p:nvSpPr>
        <p:spPr>
          <a:xfrm>
            <a:off x="371400" y="2022650"/>
            <a:ext cx="866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90" name="Google Shape;590;p77"/>
          <p:cNvSpPr txBox="1"/>
          <p:nvPr/>
        </p:nvSpPr>
        <p:spPr>
          <a:xfrm>
            <a:off x="984375" y="1261425"/>
            <a:ext cx="6873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Overpass"/>
                <a:ea typeface="Overpass"/>
                <a:cs typeface="Overpass"/>
                <a:sym typeface="Overpass"/>
              </a:rPr>
              <a:t>Feature Envy</a:t>
            </a:r>
            <a:endParaRPr sz="1800">
              <a:solidFill>
                <a:schemeClr val="dk1"/>
              </a:solidFill>
              <a:latin typeface="Overpass"/>
              <a:ea typeface="Overpass"/>
              <a:cs typeface="Overpass"/>
              <a:sym typeface="Overpass"/>
            </a:endParaRPr>
          </a:p>
        </p:txBody>
      </p:sp>
      <p:graphicFrame>
        <p:nvGraphicFramePr>
          <p:cNvPr id="591" name="Google Shape;591;p77"/>
          <p:cNvGraphicFramePr/>
          <p:nvPr/>
        </p:nvGraphicFramePr>
        <p:xfrm>
          <a:off x="371400" y="1723125"/>
          <a:ext cx="3000000" cy="3000000"/>
        </p:xfrm>
        <a:graphic>
          <a:graphicData uri="http://schemas.openxmlformats.org/drawingml/2006/table">
            <a:tbl>
              <a:tblPr>
                <a:noFill/>
                <a:tableStyleId>{E5B4CEEA-49D4-43F5-8F28-F4CFB6BEC414}</a:tableStyleId>
              </a:tblPr>
              <a:tblGrid>
                <a:gridCol w="1304925"/>
                <a:gridCol w="762000"/>
                <a:gridCol w="933450"/>
                <a:gridCol w="762000"/>
                <a:gridCol w="714375"/>
                <a:gridCol w="800100"/>
                <a:gridCol w="714375"/>
                <a:gridCol w="762000"/>
                <a:gridCol w="714375"/>
                <a:gridCol w="885825"/>
              </a:tblGrid>
              <a:tr h="342900">
                <a:tc>
                  <a:txBody>
                    <a:bodyPr/>
                    <a:lstStyle/>
                    <a:p>
                      <a:pPr indent="0" lvl="0" marL="0" rtl="0" algn="l">
                        <a:lnSpc>
                          <a:spcPct val="115000"/>
                        </a:lnSpc>
                        <a:spcBef>
                          <a:spcPts val="0"/>
                        </a:spcBef>
                        <a:spcAft>
                          <a:spcPts val="0"/>
                        </a:spcAft>
                        <a:buNone/>
                      </a:pPr>
                      <a:r>
                        <a:rPr b="1" lang="en" sz="1100">
                          <a:solidFill>
                            <a:srgbClr val="1F1F1F"/>
                          </a:solidFill>
                        </a:rPr>
                        <a:t>Model</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Source</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Precision</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Recall</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R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F1</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F1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MCC</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MCC Diff</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 sz="1100">
                          <a:solidFill>
                            <a:srgbClr val="1F1F1F"/>
                          </a:solidFill>
                        </a:rPr>
                        <a:t>CuBERT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0.5215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0.3393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0.4025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0.3868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0.2026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-0.3189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0.7145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+0.3752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0.3120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-0.0905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0.3449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-0.0419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CodeBERT</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0.5128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0.2718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0.3527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0.3449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0.1649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-0.3479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0.6873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+0.4155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0.2653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-0.0874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0.2993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-0.0456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code2vec</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0.4423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0.3727</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0.3538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0.3568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0.2455</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-0.1968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0.5289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+0.1562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0.3208</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-0.0330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0.3206</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-0.0362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TokenIndexing</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Paper</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0.4821</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0.3554</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0.3982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0.3849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342900">
                <a:tc>
                  <a:txBody>
                    <a:bodyPr/>
                    <a:lstStyle/>
                    <a:p>
                      <a:pPr indent="0" lvl="0" marL="0" rtl="0" algn="l">
                        <a:spcBef>
                          <a:spcPts val="0"/>
                        </a:spcBef>
                        <a:spcAft>
                          <a:spcPts val="0"/>
                        </a:spcAft>
                        <a:buNone/>
                      </a:pPr>
                      <a:r>
                        <a:t/>
                      </a:r>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Mine</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0.2942</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-0.1879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0.5673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+0.2119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0.3063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-0.0919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0.3350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-0.0499</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8"/>
          <p:cNvSpPr txBox="1"/>
          <p:nvPr>
            <p:ph idx="1" type="subTitle"/>
          </p:nvPr>
        </p:nvSpPr>
        <p:spPr>
          <a:xfrm>
            <a:off x="448550" y="749100"/>
            <a:ext cx="87732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597" name="Google Shape;597;p78"/>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78"/>
          <p:cNvSpPr txBox="1"/>
          <p:nvPr/>
        </p:nvSpPr>
        <p:spPr>
          <a:xfrm>
            <a:off x="143625" y="121275"/>
            <a:ext cx="88935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Top performers</a:t>
            </a:r>
            <a:endParaRPr sz="5200">
              <a:solidFill>
                <a:schemeClr val="lt1"/>
              </a:solidFill>
              <a:latin typeface="Bebas Neue"/>
              <a:ea typeface="Bebas Neue"/>
              <a:cs typeface="Bebas Neue"/>
              <a:sym typeface="Bebas Neue"/>
            </a:endParaRPr>
          </a:p>
        </p:txBody>
      </p:sp>
      <p:sp>
        <p:nvSpPr>
          <p:cNvPr id="599" name="Google Shape;599;p78"/>
          <p:cNvSpPr txBox="1"/>
          <p:nvPr/>
        </p:nvSpPr>
        <p:spPr>
          <a:xfrm>
            <a:off x="371400" y="2022650"/>
            <a:ext cx="866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graphicFrame>
        <p:nvGraphicFramePr>
          <p:cNvPr id="600" name="Google Shape;600;p78"/>
          <p:cNvGraphicFramePr/>
          <p:nvPr/>
        </p:nvGraphicFramePr>
        <p:xfrm>
          <a:off x="789350" y="1494950"/>
          <a:ext cx="3000000" cy="3000000"/>
        </p:xfrm>
        <a:graphic>
          <a:graphicData uri="http://schemas.openxmlformats.org/drawingml/2006/table">
            <a:tbl>
              <a:tblPr>
                <a:noFill/>
                <a:tableStyleId>{E5B4CEEA-49D4-43F5-8F28-F4CFB6BEC414}</a:tableStyleId>
              </a:tblPr>
              <a:tblGrid>
                <a:gridCol w="1665050"/>
                <a:gridCol w="3464650"/>
                <a:gridCol w="2472350"/>
              </a:tblGrid>
              <a:tr h="514350">
                <a:tc>
                  <a:txBody>
                    <a:bodyPr/>
                    <a:lstStyle/>
                    <a:p>
                      <a:pPr indent="0" lvl="0" marL="0" rtl="0" algn="l">
                        <a:lnSpc>
                          <a:spcPct val="115000"/>
                        </a:lnSpc>
                        <a:spcBef>
                          <a:spcPts val="0"/>
                        </a:spcBef>
                        <a:spcAft>
                          <a:spcPts val="0"/>
                        </a:spcAft>
                        <a:buNone/>
                      </a:pPr>
                      <a:r>
                        <a:rPr b="1" lang="en" sz="1100">
                          <a:solidFill>
                            <a:srgbClr val="1F1F1F"/>
                          </a:solidFill>
                        </a:rPr>
                        <a:t>Code Smell</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Best Configuration</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Top F1 Score (vs. Baseline)</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514350">
                <a:tc>
                  <a:txBody>
                    <a:bodyPr/>
                    <a:lstStyle/>
                    <a:p>
                      <a:pPr indent="0" lvl="0" marL="0" rtl="0" algn="l">
                        <a:lnSpc>
                          <a:spcPct val="115000"/>
                        </a:lnSpc>
                        <a:spcBef>
                          <a:spcPts val="0"/>
                        </a:spcBef>
                        <a:spcAft>
                          <a:spcPts val="0"/>
                        </a:spcAft>
                        <a:buNone/>
                      </a:pPr>
                      <a:r>
                        <a:rPr b="1" lang="en" sz="1100">
                          <a:solidFill>
                            <a:srgbClr val="1F1F1F"/>
                          </a:solidFill>
                        </a:rPr>
                        <a:t>Long Method</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Code2vec + </a:t>
                      </a:r>
                      <a:r>
                        <a:rPr b="1" lang="en" sz="1100">
                          <a:solidFill>
                            <a:srgbClr val="1F1F1F"/>
                          </a:solidFill>
                        </a:rPr>
                        <a:t>Multi-Head</a:t>
                      </a:r>
                      <a:r>
                        <a:rPr lang="en" sz="1100">
                          <a:solidFill>
                            <a:srgbClr val="1F1F1F"/>
                          </a:solidFill>
                        </a:rPr>
                        <a:t> Attention</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0.8176</a:t>
                      </a:r>
                      <a:r>
                        <a:rPr lang="en" sz="1100">
                          <a:solidFill>
                            <a:srgbClr val="1F1F1F"/>
                          </a:solidFill>
                        </a:rPr>
                        <a:t> (+4.3%)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95325">
                <a:tc>
                  <a:txBody>
                    <a:bodyPr/>
                    <a:lstStyle/>
                    <a:p>
                      <a:pPr indent="0" lvl="0" marL="0" rtl="0" algn="l">
                        <a:lnSpc>
                          <a:spcPct val="115000"/>
                        </a:lnSpc>
                        <a:spcBef>
                          <a:spcPts val="0"/>
                        </a:spcBef>
                        <a:spcAft>
                          <a:spcPts val="0"/>
                        </a:spcAft>
                        <a:buNone/>
                      </a:pPr>
                      <a:r>
                        <a:rPr b="1" lang="en" sz="1100">
                          <a:solidFill>
                            <a:srgbClr val="1F1F1F"/>
                          </a:solidFill>
                        </a:rPr>
                        <a:t>Data Class</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TokenIndexing + </a:t>
                      </a:r>
                      <a:r>
                        <a:rPr b="1" lang="en" sz="1100">
                          <a:solidFill>
                            <a:srgbClr val="1F1F1F"/>
                          </a:solidFill>
                        </a:rPr>
                        <a:t>Simple</a:t>
                      </a:r>
                      <a:r>
                        <a:rPr lang="en" sz="1100">
                          <a:solidFill>
                            <a:srgbClr val="1F1F1F"/>
                          </a:solidFill>
                        </a:rPr>
                        <a:t> Attention</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0.6410</a:t>
                      </a:r>
                      <a:r>
                        <a:rPr lang="en" sz="1100">
                          <a:solidFill>
                            <a:srgbClr val="1F1F1F"/>
                          </a:solidFill>
                        </a:rPr>
                        <a:t> (+3.3%)</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95325">
                <a:tc>
                  <a:txBody>
                    <a:bodyPr/>
                    <a:lstStyle/>
                    <a:p>
                      <a:pPr indent="0" lvl="0" marL="0" rtl="0" algn="l">
                        <a:lnSpc>
                          <a:spcPct val="115000"/>
                        </a:lnSpc>
                        <a:spcBef>
                          <a:spcPts val="0"/>
                        </a:spcBef>
                        <a:spcAft>
                          <a:spcPts val="0"/>
                        </a:spcAft>
                        <a:buNone/>
                      </a:pPr>
                      <a:r>
                        <a:rPr b="1" lang="en" sz="1100">
                          <a:solidFill>
                            <a:srgbClr val="1F1F1F"/>
                          </a:solidFill>
                        </a:rPr>
                        <a:t>God Class</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CodeBERT + </a:t>
                      </a:r>
                      <a:r>
                        <a:rPr b="1" lang="en" sz="1100">
                          <a:solidFill>
                            <a:srgbClr val="1F1F1F"/>
                          </a:solidFill>
                        </a:rPr>
                        <a:t>Simple</a:t>
                      </a:r>
                      <a:r>
                        <a:rPr lang="en" sz="1100">
                          <a:solidFill>
                            <a:srgbClr val="1F1F1F"/>
                          </a:solidFill>
                        </a:rPr>
                        <a:t> Attention</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0.5881</a:t>
                      </a:r>
                      <a:r>
                        <a:rPr lang="en" sz="1100">
                          <a:solidFill>
                            <a:srgbClr val="1F1F1F"/>
                          </a:solidFill>
                        </a:rPr>
                        <a:t> (+2.0%)</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95325">
                <a:tc>
                  <a:txBody>
                    <a:bodyPr/>
                    <a:lstStyle/>
                    <a:p>
                      <a:pPr indent="0" lvl="0" marL="0" rtl="0" algn="l">
                        <a:lnSpc>
                          <a:spcPct val="115000"/>
                        </a:lnSpc>
                        <a:spcBef>
                          <a:spcPts val="0"/>
                        </a:spcBef>
                        <a:spcAft>
                          <a:spcPts val="0"/>
                        </a:spcAft>
                        <a:buNone/>
                      </a:pPr>
                      <a:r>
                        <a:rPr b="1" lang="en" sz="1100">
                          <a:solidFill>
                            <a:srgbClr val="1F1F1F"/>
                          </a:solidFill>
                        </a:rPr>
                        <a:t>Feature Envy</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TokenIndexing + </a:t>
                      </a:r>
                      <a:r>
                        <a:rPr b="1" lang="en" sz="1100">
                          <a:solidFill>
                            <a:srgbClr val="1F1F1F"/>
                          </a:solidFill>
                        </a:rPr>
                        <a:t>Multi-Head</a:t>
                      </a:r>
                      <a:r>
                        <a:rPr lang="en" sz="1100">
                          <a:solidFill>
                            <a:srgbClr val="1F1F1F"/>
                          </a:solidFill>
                        </a:rPr>
                        <a:t> (Best Attempt)</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0.3569</a:t>
                      </a:r>
                      <a:r>
                        <a:rPr lang="en" sz="1100">
                          <a:solidFill>
                            <a:srgbClr val="1F1F1F"/>
                          </a:solidFill>
                        </a:rPr>
                        <a:t> (-10.4% Gap)</a:t>
                      </a:r>
                      <a:endParaRPr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79"/>
          <p:cNvSpPr txBox="1"/>
          <p:nvPr>
            <p:ph idx="1" type="subTitle"/>
          </p:nvPr>
        </p:nvSpPr>
        <p:spPr>
          <a:xfrm>
            <a:off x="106800" y="1059375"/>
            <a:ext cx="8930400" cy="4394400"/>
          </a:xfrm>
          <a:prstGeom prst="rect">
            <a:avLst/>
          </a:prstGeom>
        </p:spPr>
        <p:txBody>
          <a:bodyPr anchorCtr="0" anchor="t" bIns="91425" lIns="91425" spcFirstLastPara="1" rIns="91425" wrap="square" tIns="91425">
            <a:noAutofit/>
          </a:bodyPr>
          <a:lstStyle/>
          <a:p>
            <a:pPr indent="-228600" lvl="0" marL="457200" rtl="0" algn="l">
              <a:spcBef>
                <a:spcPts val="1200"/>
              </a:spcBef>
              <a:spcAft>
                <a:spcPts val="0"/>
              </a:spcAft>
              <a:buNone/>
            </a:pPr>
            <a:r>
              <a:rPr lang="en" sz="2000">
                <a:highlight>
                  <a:schemeClr val="lt2"/>
                </a:highlight>
              </a:rPr>
              <a:t>Base Paper Results:</a:t>
            </a:r>
            <a:endParaRPr sz="2000">
              <a:highlight>
                <a:schemeClr val="lt2"/>
              </a:highlight>
            </a:endParaRPr>
          </a:p>
          <a:p>
            <a:pPr indent="-355600" lvl="0" marL="457200" rtl="0" algn="l">
              <a:spcBef>
                <a:spcPts val="1200"/>
              </a:spcBef>
              <a:spcAft>
                <a:spcPts val="0"/>
              </a:spcAft>
              <a:buSzPts val="2000"/>
              <a:buChar char="●"/>
            </a:pPr>
            <a:r>
              <a:rPr lang="en" sz="2000">
                <a:highlight>
                  <a:schemeClr val="lt2"/>
                </a:highlight>
              </a:rPr>
              <a:t>High Precision, Lower Recall.</a:t>
            </a:r>
            <a:endParaRPr sz="2000">
              <a:highlight>
                <a:schemeClr val="lt2"/>
              </a:highlight>
            </a:endParaRPr>
          </a:p>
          <a:p>
            <a:pPr indent="-355600" lvl="0" marL="457200" rtl="0" algn="l">
              <a:spcBef>
                <a:spcPts val="0"/>
              </a:spcBef>
              <a:spcAft>
                <a:spcPts val="0"/>
              </a:spcAft>
              <a:buSzPts val="2000"/>
              <a:buChar char="●"/>
            </a:pPr>
            <a:r>
              <a:rPr lang="en" sz="2000">
                <a:highlight>
                  <a:schemeClr val="lt2"/>
                </a:highlight>
              </a:rPr>
              <a:t>They often miss potential smells (lower recall) but are typically accurate when a smell is flagged (high precision).</a:t>
            </a:r>
            <a:endParaRPr sz="2000">
              <a:highlight>
                <a:schemeClr val="lt2"/>
              </a:highlight>
            </a:endParaRPr>
          </a:p>
          <a:p>
            <a:pPr indent="0" lvl="0" marL="0" rtl="0" algn="l">
              <a:spcBef>
                <a:spcPts val="1200"/>
              </a:spcBef>
              <a:spcAft>
                <a:spcPts val="0"/>
              </a:spcAft>
              <a:buNone/>
            </a:pPr>
            <a:r>
              <a:rPr lang="en" sz="2000">
                <a:highlight>
                  <a:schemeClr val="lt2"/>
                </a:highlight>
              </a:rPr>
              <a:t>Our Results:</a:t>
            </a:r>
            <a:endParaRPr sz="2000">
              <a:highlight>
                <a:schemeClr val="lt2"/>
              </a:highlight>
            </a:endParaRPr>
          </a:p>
          <a:p>
            <a:pPr indent="-355600" lvl="0" marL="457200" rtl="0" algn="l">
              <a:spcBef>
                <a:spcPts val="1200"/>
              </a:spcBef>
              <a:spcAft>
                <a:spcPts val="0"/>
              </a:spcAft>
              <a:buSzPts val="2000"/>
              <a:buChar char="●"/>
            </a:pPr>
            <a:r>
              <a:rPr lang="en" sz="2000">
                <a:highlight>
                  <a:schemeClr val="lt2"/>
                </a:highlight>
              </a:rPr>
              <a:t>Lower Precision, High Recall.</a:t>
            </a:r>
            <a:endParaRPr sz="2000">
              <a:highlight>
                <a:schemeClr val="lt2"/>
              </a:highlight>
            </a:endParaRPr>
          </a:p>
          <a:p>
            <a:pPr indent="-355600" lvl="0" marL="457200" rtl="0" algn="l">
              <a:spcBef>
                <a:spcPts val="0"/>
              </a:spcBef>
              <a:spcAft>
                <a:spcPts val="0"/>
              </a:spcAft>
              <a:buSzPts val="2000"/>
              <a:buChar char="●"/>
            </a:pPr>
            <a:r>
              <a:rPr lang="en" sz="2000">
                <a:highlight>
                  <a:schemeClr val="lt2"/>
                </a:highlight>
              </a:rPr>
              <a:t>We are more successful at detecting a broader range of potential smells than the paper (high recall).</a:t>
            </a:r>
            <a:endParaRPr sz="2000">
              <a:highlight>
                <a:schemeClr val="lt2"/>
              </a:highlight>
            </a:endParaRPr>
          </a:p>
          <a:p>
            <a:pPr indent="-355600" lvl="0" marL="457200" rtl="0" algn="l">
              <a:spcBef>
                <a:spcPts val="0"/>
              </a:spcBef>
              <a:spcAft>
                <a:spcPts val="0"/>
              </a:spcAft>
              <a:buSzPts val="2000"/>
              <a:buChar char="●"/>
            </a:pPr>
            <a:r>
              <a:rPr lang="en" sz="2000">
                <a:highlight>
                  <a:schemeClr val="lt2"/>
                </a:highlight>
              </a:rPr>
              <a:t>However, we are less accurate in correctly identifying the true smells compared to the paper (lower precision).</a:t>
            </a:r>
            <a:endParaRPr sz="2000">
              <a:highlight>
                <a:schemeClr val="lt2"/>
              </a:highlight>
            </a:endParaRPr>
          </a:p>
        </p:txBody>
      </p:sp>
      <p:sp>
        <p:nvSpPr>
          <p:cNvPr id="606" name="Google Shape;606;p79"/>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79"/>
          <p:cNvSpPr txBox="1"/>
          <p:nvPr/>
        </p:nvSpPr>
        <p:spPr>
          <a:xfrm>
            <a:off x="754225" y="94125"/>
            <a:ext cx="81987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Precision and recall trade-off</a:t>
            </a:r>
            <a:endParaRPr sz="5200">
              <a:solidFill>
                <a:schemeClr val="lt1"/>
              </a:solidFill>
              <a:latin typeface="Bebas Neue"/>
              <a:ea typeface="Bebas Neue"/>
              <a:cs typeface="Bebas Neue"/>
              <a:sym typeface="Bebas Neue"/>
            </a:endParaRPr>
          </a:p>
        </p:txBody>
      </p:sp>
      <p:sp>
        <p:nvSpPr>
          <p:cNvPr id="608" name="Google Shape;608;p79"/>
          <p:cNvSpPr txBox="1"/>
          <p:nvPr/>
        </p:nvSpPr>
        <p:spPr>
          <a:xfrm>
            <a:off x="239100" y="1394600"/>
            <a:ext cx="866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80"/>
          <p:cNvSpPr txBox="1"/>
          <p:nvPr>
            <p:ph idx="1" type="subTitle"/>
          </p:nvPr>
        </p:nvSpPr>
        <p:spPr>
          <a:xfrm>
            <a:off x="448550" y="749100"/>
            <a:ext cx="8773200" cy="43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highlight>
                  <a:schemeClr val="lt2"/>
                </a:highlight>
              </a:rPr>
              <a:t>	</a:t>
            </a:r>
            <a:endParaRPr sz="2300">
              <a:highlight>
                <a:schemeClr val="lt2"/>
              </a:highlight>
            </a:endParaRPr>
          </a:p>
          <a:p>
            <a:pPr indent="0" lvl="0" marL="457200" rtl="0" algn="l">
              <a:spcBef>
                <a:spcPts val="0"/>
              </a:spcBef>
              <a:spcAft>
                <a:spcPts val="0"/>
              </a:spcAft>
              <a:buNone/>
            </a:pPr>
            <a:r>
              <a:t/>
            </a:r>
            <a:endParaRPr sz="2300">
              <a:highlight>
                <a:schemeClr val="lt2"/>
              </a:highlight>
              <a:latin typeface="Arial"/>
              <a:ea typeface="Arial"/>
              <a:cs typeface="Arial"/>
              <a:sym typeface="Arial"/>
            </a:endParaRPr>
          </a:p>
          <a:p>
            <a:pPr indent="0" lvl="0" marL="457200" rtl="0" algn="l">
              <a:spcBef>
                <a:spcPts val="0"/>
              </a:spcBef>
              <a:spcAft>
                <a:spcPts val="0"/>
              </a:spcAft>
              <a:buNone/>
            </a:pPr>
            <a:r>
              <a:t/>
            </a:r>
            <a:endParaRPr sz="19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latin typeface="Arial"/>
              <a:ea typeface="Arial"/>
              <a:cs typeface="Arial"/>
              <a:sym typeface="Arial"/>
            </a:endParaRPr>
          </a:p>
          <a:p>
            <a:pPr indent="0" lvl="0" marL="457200" rtl="0" algn="l">
              <a:spcBef>
                <a:spcPts val="0"/>
              </a:spcBef>
              <a:spcAft>
                <a:spcPts val="0"/>
              </a:spcAft>
              <a:buNone/>
            </a:pPr>
            <a:r>
              <a:t/>
            </a:r>
            <a:endParaRPr sz="2300">
              <a:highlight>
                <a:schemeClr val="lt1"/>
              </a:highlight>
            </a:endParaRPr>
          </a:p>
          <a:p>
            <a:pPr indent="0" lvl="0" marL="457200" rtl="0" algn="l">
              <a:spcBef>
                <a:spcPts val="0"/>
              </a:spcBef>
              <a:spcAft>
                <a:spcPts val="0"/>
              </a:spcAft>
              <a:buNone/>
            </a:pPr>
            <a:r>
              <a:t/>
            </a:r>
            <a:endParaRPr sz="2300">
              <a:highlight>
                <a:schemeClr val="lt2"/>
              </a:highlight>
            </a:endParaRPr>
          </a:p>
        </p:txBody>
      </p:sp>
      <p:sp>
        <p:nvSpPr>
          <p:cNvPr id="614" name="Google Shape;614;p80"/>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80"/>
          <p:cNvSpPr txBox="1"/>
          <p:nvPr/>
        </p:nvSpPr>
        <p:spPr>
          <a:xfrm>
            <a:off x="143625" y="121275"/>
            <a:ext cx="88935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Key insights</a:t>
            </a:r>
            <a:endParaRPr sz="5200">
              <a:solidFill>
                <a:schemeClr val="lt1"/>
              </a:solidFill>
              <a:latin typeface="Bebas Neue"/>
              <a:ea typeface="Bebas Neue"/>
              <a:cs typeface="Bebas Neue"/>
              <a:sym typeface="Bebas Neue"/>
            </a:endParaRPr>
          </a:p>
        </p:txBody>
      </p:sp>
      <p:sp>
        <p:nvSpPr>
          <p:cNvPr id="616" name="Google Shape;616;p80"/>
          <p:cNvSpPr txBox="1"/>
          <p:nvPr/>
        </p:nvSpPr>
        <p:spPr>
          <a:xfrm>
            <a:off x="371400" y="2022650"/>
            <a:ext cx="866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17" name="Google Shape;617;p80"/>
          <p:cNvSpPr txBox="1"/>
          <p:nvPr/>
        </p:nvSpPr>
        <p:spPr>
          <a:xfrm>
            <a:off x="239100" y="1495825"/>
            <a:ext cx="89304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solidFill>
                  <a:schemeClr val="dk1"/>
                </a:solidFill>
                <a:latin typeface="Overpass"/>
                <a:ea typeface="Overpass"/>
                <a:cs typeface="Overpass"/>
                <a:sym typeface="Overpass"/>
              </a:rPr>
              <a:t>Smell-wise Interpretation </a:t>
            </a:r>
            <a:endParaRPr b="1" sz="3600">
              <a:solidFill>
                <a:schemeClr val="dk1"/>
              </a:solidFill>
              <a:latin typeface="Overpass"/>
              <a:ea typeface="Overpass"/>
              <a:cs typeface="Overpass"/>
              <a:sym typeface="Overpass"/>
            </a:endParaRPr>
          </a:p>
          <a:p>
            <a:pPr indent="-400050" lvl="0" marL="457200" rtl="0" algn="l">
              <a:spcBef>
                <a:spcPts val="0"/>
              </a:spcBef>
              <a:spcAft>
                <a:spcPts val="0"/>
              </a:spcAft>
              <a:buClr>
                <a:schemeClr val="dk1"/>
              </a:buClr>
              <a:buSzPts val="2700"/>
              <a:buFont typeface="Overpass"/>
              <a:buChar char="●"/>
            </a:pPr>
            <a:r>
              <a:rPr b="1" lang="en" sz="2700">
                <a:solidFill>
                  <a:schemeClr val="dk1"/>
                </a:solidFill>
                <a:latin typeface="Overpass"/>
                <a:ea typeface="Overpass"/>
                <a:cs typeface="Overpass"/>
                <a:sym typeface="Overpass"/>
              </a:rPr>
              <a:t>LongMethod</a:t>
            </a:r>
            <a:r>
              <a:rPr lang="en" sz="2700">
                <a:solidFill>
                  <a:schemeClr val="dk1"/>
                </a:solidFill>
                <a:latin typeface="Overpass"/>
                <a:ea typeface="Overpass"/>
                <a:cs typeface="Overpass"/>
                <a:sym typeface="Overpass"/>
              </a:rPr>
              <a:t> → </a:t>
            </a:r>
            <a:r>
              <a:rPr b="1" lang="en" sz="2700">
                <a:solidFill>
                  <a:schemeClr val="dk1"/>
                </a:solidFill>
                <a:latin typeface="Overpass"/>
                <a:ea typeface="Overpass"/>
                <a:cs typeface="Overpass"/>
                <a:sym typeface="Overpass"/>
              </a:rPr>
              <a:t>~87% Semantic</a:t>
            </a:r>
            <a:r>
              <a:rPr lang="en" sz="2700">
                <a:solidFill>
                  <a:schemeClr val="dk1"/>
                </a:solidFill>
                <a:latin typeface="Overpass"/>
                <a:ea typeface="Overpass"/>
                <a:cs typeface="Overpass"/>
                <a:sym typeface="Overpass"/>
              </a:rPr>
              <a:t>, ~13% Structural.</a:t>
            </a:r>
            <a:endParaRPr sz="2700">
              <a:solidFill>
                <a:schemeClr val="dk1"/>
              </a:solidFill>
              <a:latin typeface="Overpass"/>
              <a:ea typeface="Overpass"/>
              <a:cs typeface="Overpass"/>
              <a:sym typeface="Overpass"/>
            </a:endParaRPr>
          </a:p>
          <a:p>
            <a:pPr indent="-400050" lvl="0" marL="457200" rtl="0" algn="l">
              <a:spcBef>
                <a:spcPts val="0"/>
              </a:spcBef>
              <a:spcAft>
                <a:spcPts val="0"/>
              </a:spcAft>
              <a:buClr>
                <a:schemeClr val="dk1"/>
              </a:buClr>
              <a:buSzPts val="2700"/>
              <a:buFont typeface="Overpass"/>
              <a:buChar char="●"/>
            </a:pPr>
            <a:r>
              <a:rPr b="1" lang="en" sz="2700">
                <a:solidFill>
                  <a:schemeClr val="dk1"/>
                </a:solidFill>
                <a:latin typeface="Overpass"/>
                <a:ea typeface="Overpass"/>
                <a:cs typeface="Overpass"/>
                <a:sym typeface="Overpass"/>
              </a:rPr>
              <a:t>GodClass</a:t>
            </a:r>
            <a:r>
              <a:rPr lang="en" sz="2700">
                <a:solidFill>
                  <a:schemeClr val="dk1"/>
                </a:solidFill>
                <a:latin typeface="Overpass"/>
                <a:ea typeface="Overpass"/>
                <a:cs typeface="Overpass"/>
                <a:sym typeface="Overpass"/>
              </a:rPr>
              <a:t> → </a:t>
            </a:r>
            <a:r>
              <a:rPr b="1" lang="en" sz="2700">
                <a:solidFill>
                  <a:schemeClr val="dk1"/>
                </a:solidFill>
                <a:latin typeface="Overpass"/>
                <a:ea typeface="Overpass"/>
                <a:cs typeface="Overpass"/>
                <a:sym typeface="Overpass"/>
              </a:rPr>
              <a:t>~66% Semantic</a:t>
            </a:r>
            <a:r>
              <a:rPr lang="en" sz="2700">
                <a:solidFill>
                  <a:schemeClr val="dk1"/>
                </a:solidFill>
                <a:latin typeface="Overpass"/>
                <a:ea typeface="Overpass"/>
                <a:cs typeface="Overpass"/>
                <a:sym typeface="Overpass"/>
              </a:rPr>
              <a:t>, ~34% Structural (high variance).</a:t>
            </a:r>
            <a:endParaRPr sz="2700">
              <a:solidFill>
                <a:schemeClr val="dk1"/>
              </a:solidFill>
              <a:latin typeface="Overpass"/>
              <a:ea typeface="Overpass"/>
              <a:cs typeface="Overpass"/>
              <a:sym typeface="Overpass"/>
            </a:endParaRPr>
          </a:p>
          <a:p>
            <a:pPr indent="-400050" lvl="0" marL="457200" rtl="0" algn="l">
              <a:spcBef>
                <a:spcPts val="0"/>
              </a:spcBef>
              <a:spcAft>
                <a:spcPts val="0"/>
              </a:spcAft>
              <a:buClr>
                <a:schemeClr val="dk1"/>
              </a:buClr>
              <a:buSzPts val="2700"/>
              <a:buFont typeface="Overpass"/>
              <a:buChar char="●"/>
            </a:pPr>
            <a:r>
              <a:rPr b="1" lang="en" sz="2700">
                <a:solidFill>
                  <a:schemeClr val="dk1"/>
                </a:solidFill>
                <a:latin typeface="Overpass"/>
                <a:ea typeface="Overpass"/>
                <a:cs typeface="Overpass"/>
                <a:sym typeface="Overpass"/>
              </a:rPr>
              <a:t>FeatureEnvy</a:t>
            </a:r>
            <a:r>
              <a:rPr lang="en" sz="2700">
                <a:solidFill>
                  <a:schemeClr val="dk1"/>
                </a:solidFill>
                <a:latin typeface="Overpass"/>
                <a:ea typeface="Overpass"/>
                <a:cs typeface="Overpass"/>
                <a:sym typeface="Overpass"/>
              </a:rPr>
              <a:t> → ~18% Semantic, </a:t>
            </a:r>
            <a:r>
              <a:rPr b="1" lang="en" sz="2700">
                <a:solidFill>
                  <a:schemeClr val="dk1"/>
                </a:solidFill>
                <a:latin typeface="Overpass"/>
                <a:ea typeface="Overpass"/>
                <a:cs typeface="Overpass"/>
                <a:sym typeface="Overpass"/>
              </a:rPr>
              <a:t>~82% Structural.</a:t>
            </a:r>
            <a:endParaRPr b="1" sz="2700">
              <a:solidFill>
                <a:schemeClr val="dk1"/>
              </a:solidFill>
              <a:latin typeface="Overpass"/>
              <a:ea typeface="Overpass"/>
              <a:cs typeface="Overpass"/>
              <a:sym typeface="Overpass"/>
            </a:endParaRPr>
          </a:p>
          <a:p>
            <a:pPr indent="-400050" lvl="0" marL="457200" rtl="0" algn="l">
              <a:spcBef>
                <a:spcPts val="0"/>
              </a:spcBef>
              <a:spcAft>
                <a:spcPts val="0"/>
              </a:spcAft>
              <a:buClr>
                <a:schemeClr val="dk1"/>
              </a:buClr>
              <a:buSzPts val="2700"/>
              <a:buFont typeface="Overpass"/>
              <a:buChar char="●"/>
            </a:pPr>
            <a:r>
              <a:rPr b="1" lang="en" sz="2700">
                <a:solidFill>
                  <a:schemeClr val="dk1"/>
                </a:solidFill>
                <a:latin typeface="Overpass"/>
                <a:ea typeface="Overpass"/>
                <a:cs typeface="Overpass"/>
                <a:sym typeface="Overpass"/>
              </a:rPr>
              <a:t>DataClass</a:t>
            </a:r>
            <a:r>
              <a:rPr lang="en" sz="2700">
                <a:solidFill>
                  <a:schemeClr val="dk1"/>
                </a:solidFill>
                <a:latin typeface="Overpass"/>
                <a:ea typeface="Overpass"/>
                <a:cs typeface="Overpass"/>
                <a:sym typeface="Overpass"/>
              </a:rPr>
              <a:t> → ~12% Semantic, </a:t>
            </a:r>
            <a:r>
              <a:rPr b="1" lang="en" sz="2700">
                <a:solidFill>
                  <a:schemeClr val="dk1"/>
                </a:solidFill>
                <a:latin typeface="Overpass"/>
                <a:ea typeface="Overpass"/>
                <a:cs typeface="Overpass"/>
                <a:sym typeface="Overpass"/>
              </a:rPr>
              <a:t>~88% Structural.</a:t>
            </a:r>
            <a:endParaRPr b="1" sz="2700">
              <a:solidFill>
                <a:schemeClr val="dk1"/>
              </a:solidFill>
              <a:latin typeface="Overpass"/>
              <a:ea typeface="Overpass"/>
              <a:cs typeface="Overpass"/>
              <a:sym typeface="Overpass"/>
            </a:endParaRPr>
          </a:p>
          <a:p>
            <a:pPr indent="0" lvl="0" marL="0" rtl="0" algn="l">
              <a:spcBef>
                <a:spcPts val="0"/>
              </a:spcBef>
              <a:spcAft>
                <a:spcPts val="0"/>
              </a:spcAft>
              <a:buNone/>
            </a:pPr>
            <a:r>
              <a:t/>
            </a:r>
            <a:endParaRPr sz="2900">
              <a:solidFill>
                <a:schemeClr val="dk1"/>
              </a:solidFill>
              <a:latin typeface="Overpass"/>
              <a:ea typeface="Overpass"/>
              <a:cs typeface="Overpass"/>
              <a:sym typeface="Overpas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81"/>
          <p:cNvSpPr txBox="1"/>
          <p:nvPr>
            <p:ph idx="1" type="subTitle"/>
          </p:nvPr>
        </p:nvSpPr>
        <p:spPr>
          <a:xfrm>
            <a:off x="106800" y="1059375"/>
            <a:ext cx="8930400" cy="4394400"/>
          </a:xfrm>
          <a:prstGeom prst="rect">
            <a:avLst/>
          </a:prstGeom>
        </p:spPr>
        <p:txBody>
          <a:bodyPr anchorCtr="0" anchor="t" bIns="91425" lIns="91425" spcFirstLastPara="1" rIns="91425" wrap="square" tIns="91425">
            <a:noAutofit/>
          </a:bodyPr>
          <a:lstStyle/>
          <a:p>
            <a:pPr indent="0" lvl="0" marL="228600" rtl="0" algn="l">
              <a:spcBef>
                <a:spcPts val="1200"/>
              </a:spcBef>
              <a:spcAft>
                <a:spcPts val="0"/>
              </a:spcAft>
              <a:buNone/>
            </a:pPr>
            <a:r>
              <a:t/>
            </a:r>
            <a:endParaRPr sz="2000">
              <a:highlight>
                <a:schemeClr val="lt2"/>
              </a:highlight>
            </a:endParaRPr>
          </a:p>
          <a:p>
            <a:pPr indent="-355600" lvl="0" marL="457200" rtl="0" algn="l">
              <a:spcBef>
                <a:spcPts val="1200"/>
              </a:spcBef>
              <a:spcAft>
                <a:spcPts val="0"/>
              </a:spcAft>
              <a:buSzPts val="2000"/>
              <a:buChar char="●"/>
            </a:pPr>
            <a:r>
              <a:rPr lang="en" sz="2000">
                <a:highlight>
                  <a:schemeClr val="lt2"/>
                </a:highlight>
              </a:rPr>
              <a:t>Feature Envy is the only category, where we are getting consistently lower results</a:t>
            </a:r>
            <a:endParaRPr sz="2000">
              <a:highlight>
                <a:schemeClr val="lt2"/>
              </a:highlight>
            </a:endParaRPr>
          </a:p>
          <a:p>
            <a:pPr indent="-355600" lvl="0" marL="457200" rtl="0" algn="l">
              <a:spcBef>
                <a:spcPts val="0"/>
              </a:spcBef>
              <a:spcAft>
                <a:spcPts val="0"/>
              </a:spcAft>
              <a:buSzPts val="2000"/>
              <a:buChar char="●"/>
            </a:pPr>
            <a:r>
              <a:rPr lang="en" sz="2000">
                <a:highlight>
                  <a:schemeClr val="lt2"/>
                </a:highlight>
              </a:rPr>
              <a:t>Current our architecture is based on self attention where code attends to present </a:t>
            </a:r>
            <a:r>
              <a:rPr lang="en" sz="2000">
                <a:highlight>
                  <a:schemeClr val="lt2"/>
                </a:highlight>
              </a:rPr>
              <a:t>class only, but feature envy smell depends on external dependencies</a:t>
            </a:r>
            <a:endParaRPr sz="2000">
              <a:highlight>
                <a:schemeClr val="lt2"/>
              </a:highlight>
            </a:endParaRPr>
          </a:p>
          <a:p>
            <a:pPr indent="-355600" lvl="0" marL="457200" rtl="0" algn="l">
              <a:spcBef>
                <a:spcPts val="0"/>
              </a:spcBef>
              <a:spcAft>
                <a:spcPts val="0"/>
              </a:spcAft>
              <a:buSzPts val="2000"/>
              <a:buChar char="●"/>
            </a:pPr>
            <a:r>
              <a:rPr lang="en" sz="2000">
                <a:highlight>
                  <a:schemeClr val="lt2"/>
                </a:highlight>
              </a:rPr>
              <a:t>Implementing cross attention may help because it attends to other classes but other smells(LM,DC,GC)  gets external context that may degrade our results.</a:t>
            </a:r>
            <a:endParaRPr sz="2000">
              <a:highlight>
                <a:schemeClr val="lt2"/>
              </a:highlight>
            </a:endParaRPr>
          </a:p>
        </p:txBody>
      </p:sp>
      <p:sp>
        <p:nvSpPr>
          <p:cNvPr id="623" name="Google Shape;623;p81"/>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81"/>
          <p:cNvSpPr txBox="1"/>
          <p:nvPr/>
        </p:nvSpPr>
        <p:spPr>
          <a:xfrm>
            <a:off x="754225" y="94125"/>
            <a:ext cx="81987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Where are we lagging ?</a:t>
            </a:r>
            <a:endParaRPr sz="5200">
              <a:solidFill>
                <a:schemeClr val="lt1"/>
              </a:solidFill>
              <a:latin typeface="Bebas Neue"/>
              <a:ea typeface="Bebas Neue"/>
              <a:cs typeface="Bebas Neue"/>
              <a:sym typeface="Bebas Neue"/>
            </a:endParaRPr>
          </a:p>
        </p:txBody>
      </p:sp>
      <p:sp>
        <p:nvSpPr>
          <p:cNvPr id="625" name="Google Shape;625;p81"/>
          <p:cNvSpPr txBox="1"/>
          <p:nvPr/>
        </p:nvSpPr>
        <p:spPr>
          <a:xfrm>
            <a:off x="239100" y="1394600"/>
            <a:ext cx="866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2"/>
          <p:cNvSpPr txBox="1"/>
          <p:nvPr>
            <p:ph idx="1" type="subTitle"/>
          </p:nvPr>
        </p:nvSpPr>
        <p:spPr>
          <a:xfrm>
            <a:off x="106800" y="1059375"/>
            <a:ext cx="8930400" cy="43944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t/>
            </a:r>
            <a:endParaRPr b="1" sz="1700"/>
          </a:p>
          <a:p>
            <a:pPr indent="-381000" lvl="0" marL="457200" rtl="0" algn="l">
              <a:lnSpc>
                <a:spcPct val="115000"/>
              </a:lnSpc>
              <a:spcBef>
                <a:spcPts val="1200"/>
              </a:spcBef>
              <a:spcAft>
                <a:spcPts val="0"/>
              </a:spcAft>
              <a:buSzPts val="2400"/>
              <a:buChar char="●"/>
            </a:pPr>
            <a:r>
              <a:rPr lang="en" sz="2400"/>
              <a:t>Proposed </a:t>
            </a:r>
            <a:r>
              <a:rPr b="1" lang="en" sz="2400"/>
              <a:t>EnseSmells</a:t>
            </a:r>
            <a:r>
              <a:rPr lang="en" sz="2400"/>
              <a:t>, a </a:t>
            </a:r>
            <a:r>
              <a:rPr b="1" lang="en" sz="2400"/>
              <a:t>multimodal ensemble model</a:t>
            </a:r>
            <a:r>
              <a:rPr lang="en" sz="2400"/>
              <a:t> combining </a:t>
            </a:r>
            <a:r>
              <a:rPr b="1" lang="en" sz="2400"/>
              <a:t>code embeddings</a:t>
            </a:r>
            <a:r>
              <a:rPr lang="en" sz="2400"/>
              <a:t> and </a:t>
            </a:r>
            <a:r>
              <a:rPr b="1" lang="en" sz="2400"/>
              <a:t>software metrics</a:t>
            </a:r>
            <a:r>
              <a:rPr lang="en" sz="2400"/>
              <a:t>.</a:t>
            </a:r>
            <a:endParaRPr sz="2400"/>
          </a:p>
          <a:p>
            <a:pPr indent="-381000" lvl="0" marL="457200" rtl="0" algn="l">
              <a:lnSpc>
                <a:spcPct val="115000"/>
              </a:lnSpc>
              <a:spcBef>
                <a:spcPts val="0"/>
              </a:spcBef>
              <a:spcAft>
                <a:spcPts val="0"/>
              </a:spcAft>
              <a:buSzPts val="2400"/>
              <a:buChar char="●"/>
            </a:pPr>
            <a:r>
              <a:rPr lang="en" sz="2400"/>
              <a:t>The </a:t>
            </a:r>
            <a:r>
              <a:rPr b="1" lang="en" sz="2400"/>
              <a:t>gated fusion</a:t>
            </a:r>
            <a:r>
              <a:rPr lang="en" sz="2400"/>
              <a:t> learns how to balance both sources automatically.</a:t>
            </a:r>
            <a:endParaRPr sz="2400"/>
          </a:p>
          <a:p>
            <a:pPr indent="-342900" lvl="0" marL="457200" rtl="0" algn="l">
              <a:lnSpc>
                <a:spcPct val="115000"/>
              </a:lnSpc>
              <a:spcBef>
                <a:spcPts val="0"/>
              </a:spcBef>
              <a:spcAft>
                <a:spcPts val="0"/>
              </a:spcAft>
              <a:buSzPts val="1800"/>
              <a:buChar char="●"/>
            </a:pPr>
            <a:r>
              <a:rPr lang="en" sz="2400"/>
              <a:t>Achieves </a:t>
            </a:r>
            <a:r>
              <a:rPr b="1" lang="en" sz="2400"/>
              <a:t>better performance</a:t>
            </a:r>
            <a:r>
              <a:rPr lang="en" sz="2400"/>
              <a:t> than single-input methods and shows that </a:t>
            </a:r>
            <a:r>
              <a:rPr b="1" lang="en" sz="2400"/>
              <a:t>different smells need different information</a:t>
            </a:r>
            <a:r>
              <a:rPr lang="en" sz="2400"/>
              <a:t>.</a:t>
            </a:r>
            <a:br>
              <a:rPr lang="en" sz="1100">
                <a:latin typeface="Arial"/>
                <a:ea typeface="Arial"/>
                <a:cs typeface="Arial"/>
                <a:sym typeface="Arial"/>
              </a:rPr>
            </a:br>
            <a:endParaRPr sz="1500"/>
          </a:p>
          <a:p>
            <a:pPr indent="0" lvl="0" marL="0" rtl="0" algn="l">
              <a:spcBef>
                <a:spcPts val="1200"/>
              </a:spcBef>
              <a:spcAft>
                <a:spcPts val="1200"/>
              </a:spcAft>
              <a:buNone/>
            </a:pPr>
            <a:r>
              <a:t/>
            </a:r>
            <a:endParaRPr sz="2000">
              <a:highlight>
                <a:schemeClr val="lt2"/>
              </a:highlight>
            </a:endParaRPr>
          </a:p>
        </p:txBody>
      </p:sp>
      <p:sp>
        <p:nvSpPr>
          <p:cNvPr id="631" name="Google Shape;631;p82"/>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82"/>
          <p:cNvSpPr txBox="1"/>
          <p:nvPr/>
        </p:nvSpPr>
        <p:spPr>
          <a:xfrm>
            <a:off x="472650" y="121275"/>
            <a:ext cx="81987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Conclusion </a:t>
            </a:r>
            <a:endParaRPr sz="5200">
              <a:solidFill>
                <a:schemeClr val="lt1"/>
              </a:solidFill>
              <a:latin typeface="Bebas Neue"/>
              <a:ea typeface="Bebas Neue"/>
              <a:cs typeface="Bebas Neue"/>
              <a:sym typeface="Bebas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83"/>
          <p:cNvSpPr txBox="1"/>
          <p:nvPr>
            <p:ph idx="1" type="subTitle"/>
          </p:nvPr>
        </p:nvSpPr>
        <p:spPr>
          <a:xfrm>
            <a:off x="106800" y="1059375"/>
            <a:ext cx="8930400" cy="43944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t/>
            </a:r>
            <a:endParaRPr b="1" sz="1700"/>
          </a:p>
          <a:p>
            <a:pPr indent="-381000" lvl="0" marL="457200" rtl="0" algn="l">
              <a:lnSpc>
                <a:spcPct val="115000"/>
              </a:lnSpc>
              <a:spcBef>
                <a:spcPts val="1200"/>
              </a:spcBef>
              <a:spcAft>
                <a:spcPts val="0"/>
              </a:spcAft>
              <a:buSzPts val="2400"/>
              <a:buFont typeface="Arial"/>
              <a:buChar char="●"/>
            </a:pPr>
            <a:r>
              <a:rPr lang="en" sz="2400"/>
              <a:t>Add </a:t>
            </a:r>
            <a:r>
              <a:rPr b="1" lang="en" sz="2400"/>
              <a:t>explainability</a:t>
            </a:r>
            <a:r>
              <a:rPr lang="en" sz="2400"/>
              <a:t> using attention weights.</a:t>
            </a:r>
            <a:endParaRPr sz="2400"/>
          </a:p>
          <a:p>
            <a:pPr indent="-381000" lvl="0" marL="457200" rtl="0" algn="l">
              <a:lnSpc>
                <a:spcPct val="115000"/>
              </a:lnSpc>
              <a:spcBef>
                <a:spcPts val="0"/>
              </a:spcBef>
              <a:spcAft>
                <a:spcPts val="0"/>
              </a:spcAft>
              <a:buSzPts val="2400"/>
              <a:buFont typeface="Arial"/>
              <a:buChar char="●"/>
            </a:pPr>
            <a:r>
              <a:rPr lang="en" sz="2400"/>
              <a:t>Support </a:t>
            </a:r>
            <a:r>
              <a:rPr b="1" lang="en" sz="2400"/>
              <a:t>inter-file / inter-class smells</a:t>
            </a:r>
            <a:r>
              <a:rPr lang="en" sz="2400"/>
              <a:t> (especially FeatureEnvy).</a:t>
            </a:r>
            <a:endParaRPr sz="2400"/>
          </a:p>
          <a:p>
            <a:pPr indent="-381000" lvl="0" marL="457200" rtl="0" algn="l">
              <a:lnSpc>
                <a:spcPct val="115000"/>
              </a:lnSpc>
              <a:spcBef>
                <a:spcPts val="0"/>
              </a:spcBef>
              <a:spcAft>
                <a:spcPts val="0"/>
              </a:spcAft>
              <a:buSzPts val="2400"/>
              <a:buFont typeface="Arial"/>
              <a:buChar char="●"/>
            </a:pPr>
            <a:r>
              <a:rPr lang="en" sz="2400"/>
              <a:t>Test on </a:t>
            </a:r>
            <a:r>
              <a:rPr b="1" lang="en" sz="2400"/>
              <a:t>more smells and larger datasets</a:t>
            </a:r>
            <a:r>
              <a:rPr lang="en" sz="2400"/>
              <a:t>.</a:t>
            </a:r>
            <a:endParaRPr sz="2400"/>
          </a:p>
          <a:p>
            <a:pPr indent="-381000" lvl="0" marL="457200" rtl="0" algn="l">
              <a:lnSpc>
                <a:spcPct val="115000"/>
              </a:lnSpc>
              <a:spcBef>
                <a:spcPts val="0"/>
              </a:spcBef>
              <a:spcAft>
                <a:spcPts val="0"/>
              </a:spcAft>
              <a:buSzPts val="2400"/>
              <a:buFont typeface="Arial"/>
              <a:buChar char="●"/>
            </a:pPr>
            <a:r>
              <a:rPr lang="en" sz="2400"/>
              <a:t>Explore </a:t>
            </a:r>
            <a:r>
              <a:rPr b="1" lang="en" sz="2400"/>
              <a:t>graph-based code representations</a:t>
            </a:r>
            <a:r>
              <a:rPr lang="en" sz="2400"/>
              <a:t>.</a:t>
            </a:r>
            <a:endParaRPr sz="2400"/>
          </a:p>
          <a:p>
            <a:pPr indent="0" lvl="0" marL="0" rtl="0" algn="l">
              <a:spcBef>
                <a:spcPts val="1200"/>
              </a:spcBef>
              <a:spcAft>
                <a:spcPts val="1200"/>
              </a:spcAft>
              <a:buNone/>
            </a:pPr>
            <a:r>
              <a:t/>
            </a:r>
            <a:endParaRPr sz="2000">
              <a:highlight>
                <a:schemeClr val="lt2"/>
              </a:highlight>
            </a:endParaRPr>
          </a:p>
        </p:txBody>
      </p:sp>
      <p:sp>
        <p:nvSpPr>
          <p:cNvPr id="638" name="Google Shape;638;p83"/>
          <p:cNvSpPr/>
          <p:nvPr/>
        </p:nvSpPr>
        <p:spPr>
          <a:xfrm>
            <a:off x="106800" y="121275"/>
            <a:ext cx="8930400" cy="1045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3"/>
          <p:cNvSpPr txBox="1"/>
          <p:nvPr/>
        </p:nvSpPr>
        <p:spPr>
          <a:xfrm>
            <a:off x="472650" y="121275"/>
            <a:ext cx="81987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future work </a:t>
            </a:r>
            <a:endParaRPr sz="5200">
              <a:solidFill>
                <a:schemeClr val="lt1"/>
              </a:solidFill>
              <a:latin typeface="Bebas Neue"/>
              <a:ea typeface="Bebas Neue"/>
              <a:cs typeface="Bebas Neue"/>
              <a:sym typeface="Bebas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84"/>
          <p:cNvSpPr txBox="1"/>
          <p:nvPr>
            <p:ph idx="1" type="subTitle"/>
          </p:nvPr>
        </p:nvSpPr>
        <p:spPr>
          <a:xfrm>
            <a:off x="106800" y="1059375"/>
            <a:ext cx="8930400" cy="4394400"/>
          </a:xfrm>
          <a:prstGeom prst="rect">
            <a:avLst/>
          </a:prstGeom>
        </p:spPr>
        <p:txBody>
          <a:bodyPr anchorCtr="0" anchor="t" bIns="91425" lIns="91425" spcFirstLastPara="1" rIns="91425" wrap="square" tIns="91425">
            <a:noAutofit/>
          </a:bodyPr>
          <a:lstStyle/>
          <a:p>
            <a:pPr indent="0" lvl="0" marL="0" rtl="0" algn="ctr">
              <a:lnSpc>
                <a:spcPct val="115000"/>
              </a:lnSpc>
              <a:spcBef>
                <a:spcPts val="1800"/>
              </a:spcBef>
              <a:spcAft>
                <a:spcPts val="0"/>
              </a:spcAft>
              <a:buClr>
                <a:schemeClr val="dk1"/>
              </a:buClr>
              <a:buSzPts val="1100"/>
              <a:buFont typeface="Arial"/>
              <a:buNone/>
            </a:pPr>
            <a:r>
              <a:rPr b="1" lang="en" sz="2800"/>
              <a:t>References</a:t>
            </a:r>
            <a:endParaRPr b="1" sz="2800"/>
          </a:p>
          <a:p>
            <a:pPr indent="0" lvl="0" marL="0" rtl="0" algn="ctr">
              <a:lnSpc>
                <a:spcPct val="115000"/>
              </a:lnSpc>
              <a:spcBef>
                <a:spcPts val="1200"/>
              </a:spcBef>
              <a:spcAft>
                <a:spcPts val="0"/>
              </a:spcAft>
              <a:buClr>
                <a:schemeClr val="dk1"/>
              </a:buClr>
              <a:buSzPts val="1100"/>
              <a:buFont typeface="Arial"/>
              <a:buNone/>
            </a:pPr>
            <a:r>
              <a:rPr lang="en" sz="2200"/>
              <a:t>[1] A. Ho et al., “EnseSmells: Deep ensemble and programming language models for automated code smells detection,” </a:t>
            </a:r>
            <a:r>
              <a:rPr i="1" lang="en" sz="2200"/>
              <a:t>Journal of Systems and Software</a:t>
            </a:r>
            <a:r>
              <a:rPr lang="en" sz="2200"/>
              <a:t>, 2025.</a:t>
            </a:r>
            <a:endParaRPr sz="2200"/>
          </a:p>
          <a:p>
            <a:pPr indent="0" lvl="0" marL="0" rtl="0" algn="ctr">
              <a:spcBef>
                <a:spcPts val="1200"/>
              </a:spcBef>
              <a:spcAft>
                <a:spcPts val="1200"/>
              </a:spcAft>
              <a:buNone/>
            </a:pPr>
            <a:r>
              <a:t/>
            </a:r>
            <a:endParaRPr b="1" sz="2800"/>
          </a:p>
        </p:txBody>
      </p:sp>
      <p:sp>
        <p:nvSpPr>
          <p:cNvPr id="645" name="Google Shape;645;p84"/>
          <p:cNvSpPr txBox="1"/>
          <p:nvPr/>
        </p:nvSpPr>
        <p:spPr>
          <a:xfrm>
            <a:off x="472650" y="365475"/>
            <a:ext cx="8198700" cy="10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200">
                <a:solidFill>
                  <a:schemeClr val="lt1"/>
                </a:solidFill>
                <a:latin typeface="Bebas Neue"/>
                <a:ea typeface="Bebas Neue"/>
                <a:cs typeface="Bebas Neue"/>
                <a:sym typeface="Bebas Neue"/>
              </a:rPr>
              <a:t>References</a:t>
            </a:r>
            <a:endParaRPr sz="5200">
              <a:solidFill>
                <a:schemeClr val="lt1"/>
              </a:solidFill>
              <a:latin typeface="Bebas Neue"/>
              <a:ea typeface="Bebas Neue"/>
              <a:cs typeface="Bebas Neue"/>
              <a:sym typeface="Bebas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85"/>
          <p:cNvSpPr/>
          <p:nvPr/>
        </p:nvSpPr>
        <p:spPr>
          <a:xfrm>
            <a:off x="986550" y="1360500"/>
            <a:ext cx="7071000" cy="269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85"/>
          <p:cNvSpPr txBox="1"/>
          <p:nvPr/>
        </p:nvSpPr>
        <p:spPr>
          <a:xfrm>
            <a:off x="1435975" y="1670100"/>
            <a:ext cx="6272100" cy="18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900">
                <a:solidFill>
                  <a:schemeClr val="lt1"/>
                </a:solidFill>
                <a:latin typeface="Bebas Neue"/>
                <a:ea typeface="Bebas Neue"/>
                <a:cs typeface="Bebas Neue"/>
                <a:sym typeface="Bebas Neue"/>
              </a:rPr>
              <a:t>Thank you</a:t>
            </a:r>
            <a:endParaRPr sz="13900">
              <a:solidFill>
                <a:schemeClr val="lt1"/>
              </a:solidFill>
              <a:latin typeface="Bebas Neue"/>
              <a:ea typeface="Bebas Neue"/>
              <a:cs typeface="Bebas Neue"/>
              <a:sym typeface="Bebas Neu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 Marketing by Slidesgo XL">
  <a:themeElements>
    <a:clrScheme name="Simple Light">
      <a:dk1>
        <a:srgbClr val="000000"/>
      </a:dk1>
      <a:lt1>
        <a:srgbClr val="FFFFFF"/>
      </a:lt1>
      <a:dk2>
        <a:srgbClr val="FFFFFF"/>
      </a:dk2>
      <a:lt2>
        <a:srgbClr val="FFFFFF"/>
      </a:lt2>
      <a:accent1>
        <a:srgbClr val="000000"/>
      </a:accent1>
      <a:accent2>
        <a:srgbClr val="000000"/>
      </a:accent2>
      <a:accent3>
        <a:srgbClr val="FFFFFF"/>
      </a:accent3>
      <a:accent4>
        <a:srgbClr val="000000"/>
      </a:accent4>
      <a:accent5>
        <a:srgbClr val="FFFFFF"/>
      </a:accent5>
      <a:accent6>
        <a:srgbClr val="21212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